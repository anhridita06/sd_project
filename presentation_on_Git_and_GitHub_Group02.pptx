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0" r:id="rId12"/>
    <p:sldId id="265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biya Islam Aesha" initials="RIA" lastIdx="1" clrIdx="0">
    <p:extLst>
      <p:ext uri="{19B8F6BF-5375-455C-9EA6-DF929625EA0E}">
        <p15:presenceInfo xmlns:p15="http://schemas.microsoft.com/office/powerpoint/2012/main" userId="7f858bb5c2d7e1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8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iya Islam Aesha" userId="7f858bb5c2d7e182" providerId="LiveId" clId="{F31406FF-A08C-4743-8DB4-F4D763984808}"/>
    <pc:docChg chg="undo custSel addSld delSld modSld">
      <pc:chgData name="Rubiya Islam Aesha" userId="7f858bb5c2d7e182" providerId="LiveId" clId="{F31406FF-A08C-4743-8DB4-F4D763984808}" dt="2025-11-03T15:01:37.707" v="698"/>
      <pc:docMkLst>
        <pc:docMk/>
      </pc:docMkLst>
      <pc:sldChg chg="modTransition modAnim">
        <pc:chgData name="Rubiya Islam Aesha" userId="7f858bb5c2d7e182" providerId="LiveId" clId="{F31406FF-A08C-4743-8DB4-F4D763984808}" dt="2025-11-03T14:59:42.290" v="692"/>
        <pc:sldMkLst>
          <pc:docMk/>
          <pc:sldMk cId="2516101272" sldId="257"/>
        </pc:sldMkLst>
      </pc:sldChg>
      <pc:sldChg chg="modSp mod">
        <pc:chgData name="Rubiya Islam Aesha" userId="7f858bb5c2d7e182" providerId="LiveId" clId="{F31406FF-A08C-4743-8DB4-F4D763984808}" dt="2025-11-03T14:25:07.300" v="434" actId="1076"/>
        <pc:sldMkLst>
          <pc:docMk/>
          <pc:sldMk cId="2299717744" sldId="265"/>
        </pc:sldMkLst>
        <pc:spChg chg="mod">
          <ac:chgData name="Rubiya Islam Aesha" userId="7f858bb5c2d7e182" providerId="LiveId" clId="{F31406FF-A08C-4743-8DB4-F4D763984808}" dt="2025-11-03T14:25:02.963" v="433" actId="14100"/>
          <ac:spMkLst>
            <pc:docMk/>
            <pc:sldMk cId="2299717744" sldId="265"/>
            <ac:spMk id="4" creationId="{0AD0FA47-E03A-4456-8B2F-95155D934596}"/>
          </ac:spMkLst>
        </pc:spChg>
        <pc:spChg chg="mod">
          <ac:chgData name="Rubiya Islam Aesha" userId="7f858bb5c2d7e182" providerId="LiveId" clId="{F31406FF-A08C-4743-8DB4-F4D763984808}" dt="2025-11-03T14:25:07.300" v="434" actId="1076"/>
          <ac:spMkLst>
            <pc:docMk/>
            <pc:sldMk cId="2299717744" sldId="265"/>
            <ac:spMk id="15" creationId="{C765C965-55F9-4FAC-B75A-59BCEF0D0717}"/>
          </ac:spMkLst>
        </pc:spChg>
      </pc:sldChg>
      <pc:sldChg chg="addSp delSp modSp mod modTransition modAnim">
        <pc:chgData name="Rubiya Islam Aesha" userId="7f858bb5c2d7e182" providerId="LiveId" clId="{F31406FF-A08C-4743-8DB4-F4D763984808}" dt="2025-11-03T15:00:37.917" v="695"/>
        <pc:sldMkLst>
          <pc:docMk/>
          <pc:sldMk cId="545364583" sldId="266"/>
        </pc:sldMkLst>
        <pc:spChg chg="add del">
          <ac:chgData name="Rubiya Islam Aesha" userId="7f858bb5c2d7e182" providerId="LiveId" clId="{F31406FF-A08C-4743-8DB4-F4D763984808}" dt="2025-11-03T13:33:09.504" v="5"/>
          <ac:spMkLst>
            <pc:docMk/>
            <pc:sldMk cId="545364583" sldId="266"/>
            <ac:spMk id="2" creationId="{9C251F9E-6555-42B6-98FE-9E582523E9AC}"/>
          </ac:spMkLst>
        </pc:spChg>
        <pc:spChg chg="add del mod">
          <ac:chgData name="Rubiya Islam Aesha" userId="7f858bb5c2d7e182" providerId="LiveId" clId="{F31406FF-A08C-4743-8DB4-F4D763984808}" dt="2025-11-03T13:33:09.504" v="5"/>
          <ac:spMkLst>
            <pc:docMk/>
            <pc:sldMk cId="545364583" sldId="266"/>
            <ac:spMk id="3" creationId="{EC1D3DF1-7075-4921-AD25-748F762D3BC8}"/>
          </ac:spMkLst>
        </pc:spChg>
        <pc:spChg chg="add del">
          <ac:chgData name="Rubiya Islam Aesha" userId="7f858bb5c2d7e182" providerId="LiveId" clId="{F31406FF-A08C-4743-8DB4-F4D763984808}" dt="2025-11-03T13:32:54.384" v="4"/>
          <ac:spMkLst>
            <pc:docMk/>
            <pc:sldMk cId="545364583" sldId="266"/>
            <ac:spMk id="4" creationId="{4E3E1FEF-EDF8-42F9-AD3B-05323888B909}"/>
          </ac:spMkLst>
        </pc:spChg>
        <pc:spChg chg="del">
          <ac:chgData name="Rubiya Islam Aesha" userId="7f858bb5c2d7e182" providerId="LiveId" clId="{F31406FF-A08C-4743-8DB4-F4D763984808}" dt="2025-11-03T13:33:09.504" v="5"/>
          <ac:spMkLst>
            <pc:docMk/>
            <pc:sldMk cId="545364583" sldId="266"/>
            <ac:spMk id="5" creationId="{9E0C8BAC-F62B-49D1-9A74-B60A17561635}"/>
          </ac:spMkLst>
        </pc:spChg>
        <pc:spChg chg="add del mod">
          <ac:chgData name="Rubiya Islam Aesha" userId="7f858bb5c2d7e182" providerId="LiveId" clId="{F31406FF-A08C-4743-8DB4-F4D763984808}" dt="2025-11-03T13:33:49.906" v="11"/>
          <ac:spMkLst>
            <pc:docMk/>
            <pc:sldMk cId="545364583" sldId="266"/>
            <ac:spMk id="6" creationId="{7A367D41-5385-49AD-B216-E0BB9256F186}"/>
          </ac:spMkLst>
        </pc:spChg>
        <pc:spChg chg="add del mod">
          <ac:chgData name="Rubiya Islam Aesha" userId="7f858bb5c2d7e182" providerId="LiveId" clId="{F31406FF-A08C-4743-8DB4-F4D763984808}" dt="2025-11-03T13:33:49.906" v="11"/>
          <ac:spMkLst>
            <pc:docMk/>
            <pc:sldMk cId="545364583" sldId="266"/>
            <ac:spMk id="7" creationId="{3BA1E7FD-F4D7-4C98-B678-457162EB7719}"/>
          </ac:spMkLst>
        </pc:spChg>
        <pc:spChg chg="mod">
          <ac:chgData name="Rubiya Islam Aesha" userId="7f858bb5c2d7e182" providerId="LiveId" clId="{F31406FF-A08C-4743-8DB4-F4D763984808}" dt="2025-11-03T13:33:46.199" v="10"/>
          <ac:spMkLst>
            <pc:docMk/>
            <pc:sldMk cId="545364583" sldId="266"/>
            <ac:spMk id="8" creationId="{F0F6A757-BA05-423E-834F-D0FBDB7A76E7}"/>
          </ac:spMkLst>
        </pc:spChg>
        <pc:spChg chg="del mod">
          <ac:chgData name="Rubiya Islam Aesha" userId="7f858bb5c2d7e182" providerId="LiveId" clId="{F31406FF-A08C-4743-8DB4-F4D763984808}" dt="2025-11-03T13:34:08.090" v="15"/>
          <ac:spMkLst>
            <pc:docMk/>
            <pc:sldMk cId="545364583" sldId="266"/>
            <ac:spMk id="9" creationId="{CBD6F1C5-2C8F-4EBF-A601-AB8B025FF5E1}"/>
          </ac:spMkLst>
        </pc:spChg>
        <pc:spChg chg="add del mod">
          <ac:chgData name="Rubiya Islam Aesha" userId="7f858bb5c2d7e182" providerId="LiveId" clId="{F31406FF-A08C-4743-8DB4-F4D763984808}" dt="2025-11-03T13:34:08.090" v="15"/>
          <ac:spMkLst>
            <pc:docMk/>
            <pc:sldMk cId="545364583" sldId="266"/>
            <ac:spMk id="10" creationId="{29ED54DD-F406-48B2-AC2B-D55F970D5171}"/>
          </ac:spMkLst>
        </pc:spChg>
        <pc:spChg chg="del">
          <ac:chgData name="Rubiya Islam Aesha" userId="7f858bb5c2d7e182" providerId="LiveId" clId="{F31406FF-A08C-4743-8DB4-F4D763984808}" dt="2025-11-03T13:34:08.090" v="15"/>
          <ac:spMkLst>
            <pc:docMk/>
            <pc:sldMk cId="545364583" sldId="266"/>
            <ac:spMk id="11" creationId="{3A7AA507-83AE-4A39-8EBC-09A9EEC7C6B2}"/>
          </ac:spMkLst>
        </pc:spChg>
        <pc:spChg chg="add del mod">
          <ac:chgData name="Rubiya Islam Aesha" userId="7f858bb5c2d7e182" providerId="LiveId" clId="{F31406FF-A08C-4743-8DB4-F4D763984808}" dt="2025-11-03T13:49:50.803" v="105"/>
          <ac:spMkLst>
            <pc:docMk/>
            <pc:sldMk cId="545364583" sldId="266"/>
            <ac:spMk id="12" creationId="{B14659E2-B857-41D0-8716-18F94A3CC8AC}"/>
          </ac:spMkLst>
        </pc:spChg>
        <pc:spChg chg="add del mod">
          <ac:chgData name="Rubiya Islam Aesha" userId="7f858bb5c2d7e182" providerId="LiveId" clId="{F31406FF-A08C-4743-8DB4-F4D763984808}" dt="2025-11-03T13:38:10.812" v="22" actId="478"/>
          <ac:spMkLst>
            <pc:docMk/>
            <pc:sldMk cId="545364583" sldId="266"/>
            <ac:spMk id="13" creationId="{A8912CE3-B649-4C14-A538-5187330A0B69}"/>
          </ac:spMkLst>
        </pc:spChg>
        <pc:spChg chg="add del mod">
          <ac:chgData name="Rubiya Islam Aesha" userId="7f858bb5c2d7e182" providerId="LiveId" clId="{F31406FF-A08C-4743-8DB4-F4D763984808}" dt="2025-11-03T13:49:50.803" v="105"/>
          <ac:spMkLst>
            <pc:docMk/>
            <pc:sldMk cId="545364583" sldId="266"/>
            <ac:spMk id="14" creationId="{9BC0C786-5E29-4B4A-8F29-554A540F699E}"/>
          </ac:spMkLst>
        </pc:spChg>
        <pc:spChg chg="add del mod">
          <ac:chgData name="Rubiya Islam Aesha" userId="7f858bb5c2d7e182" providerId="LiveId" clId="{F31406FF-A08C-4743-8DB4-F4D763984808}" dt="2025-11-03T13:49:50.803" v="105"/>
          <ac:spMkLst>
            <pc:docMk/>
            <pc:sldMk cId="545364583" sldId="266"/>
            <ac:spMk id="15" creationId="{ECDF58FA-1957-4E1D-829A-9E28169F32DA}"/>
          </ac:spMkLst>
        </pc:spChg>
        <pc:spChg chg="add del mod">
          <ac:chgData name="Rubiya Islam Aesha" userId="7f858bb5c2d7e182" providerId="LiveId" clId="{F31406FF-A08C-4743-8DB4-F4D763984808}" dt="2025-11-03T13:44:50.916" v="81" actId="478"/>
          <ac:spMkLst>
            <pc:docMk/>
            <pc:sldMk cId="545364583" sldId="266"/>
            <ac:spMk id="16" creationId="{1717D704-0BF3-4EA6-AA89-100C2D350E16}"/>
          </ac:spMkLst>
        </pc:spChg>
        <pc:spChg chg="add del mod">
          <ac:chgData name="Rubiya Islam Aesha" userId="7f858bb5c2d7e182" providerId="LiveId" clId="{F31406FF-A08C-4743-8DB4-F4D763984808}" dt="2025-11-03T13:49:50.803" v="105"/>
          <ac:spMkLst>
            <pc:docMk/>
            <pc:sldMk cId="545364583" sldId="266"/>
            <ac:spMk id="17" creationId="{95C369C9-2367-46B2-9AAD-02600E04F781}"/>
          </ac:spMkLst>
        </pc:spChg>
        <pc:spChg chg="add del mod">
          <ac:chgData name="Rubiya Islam Aesha" userId="7f858bb5c2d7e182" providerId="LiveId" clId="{F31406FF-A08C-4743-8DB4-F4D763984808}" dt="2025-11-03T13:47:18.826" v="93" actId="478"/>
          <ac:spMkLst>
            <pc:docMk/>
            <pc:sldMk cId="545364583" sldId="266"/>
            <ac:spMk id="18" creationId="{B2C9704A-37CE-4D98-8067-F2AAE6EF201B}"/>
          </ac:spMkLst>
        </pc:spChg>
        <pc:spChg chg="add del mod">
          <ac:chgData name="Rubiya Islam Aesha" userId="7f858bb5c2d7e182" providerId="LiveId" clId="{F31406FF-A08C-4743-8DB4-F4D763984808}" dt="2025-11-03T13:49:50.803" v="105"/>
          <ac:spMkLst>
            <pc:docMk/>
            <pc:sldMk cId="545364583" sldId="266"/>
            <ac:spMk id="19" creationId="{8B00B497-B017-490C-96ED-7D170DAB9393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0" creationId="{7BAC3210-87AD-48E1-B632-B0F5261E2540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1" creationId="{F5BF9A4C-07AA-4C08-B449-D5D4D3AEA306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2" creationId="{13F35106-11B9-4335-B610-A0C0F631969C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3" creationId="{FBFA0B66-B7F5-4E75-A5FD-772A4349863C}"/>
          </ac:spMkLst>
        </pc:spChg>
        <pc:spChg chg="mod">
          <ac:chgData name="Rubiya Islam Aesha" userId="7f858bb5c2d7e182" providerId="LiveId" clId="{F31406FF-A08C-4743-8DB4-F4D763984808}" dt="2025-11-03T14:13:00.433" v="342" actId="1076"/>
          <ac:spMkLst>
            <pc:docMk/>
            <pc:sldMk cId="545364583" sldId="266"/>
            <ac:spMk id="24" creationId="{C10C9FB5-ED4D-4ED0-9B9B-2E312A18448D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5" creationId="{63E47AB5-597A-4EC5-AD7B-EA49A2FFED1D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6" creationId="{1F6E5947-6155-4CF0-8DFD-5944ADE4A55A}"/>
          </ac:spMkLst>
        </pc:spChg>
        <pc:spChg chg="del mod">
          <ac:chgData name="Rubiya Islam Aesha" userId="7f858bb5c2d7e182" providerId="LiveId" clId="{F31406FF-A08C-4743-8DB4-F4D763984808}" dt="2025-11-03T13:56:21.450" v="184" actId="478"/>
          <ac:spMkLst>
            <pc:docMk/>
            <pc:sldMk cId="545364583" sldId="266"/>
            <ac:spMk id="27" creationId="{A2E2DC93-90AE-45DB-9283-C91BBB71B93A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28" creationId="{6F61F6F4-7540-4696-9125-C58F3B76B4B8}"/>
          </ac:spMkLst>
        </pc:spChg>
        <pc:spChg chg="del mod">
          <ac:chgData name="Rubiya Islam Aesha" userId="7f858bb5c2d7e182" providerId="LiveId" clId="{F31406FF-A08C-4743-8DB4-F4D763984808}" dt="2025-11-03T13:56:09.328" v="180" actId="478"/>
          <ac:spMkLst>
            <pc:docMk/>
            <pc:sldMk cId="545364583" sldId="266"/>
            <ac:spMk id="29" creationId="{A4DCA5D5-F0F2-4835-A92E-4AD51633B396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30" creationId="{D01ABD82-BDAE-4A43-97B4-FF305B8C58CD}"/>
          </ac:spMkLst>
        </pc:spChg>
        <pc:spChg chg="del mod">
          <ac:chgData name="Rubiya Islam Aesha" userId="7f858bb5c2d7e182" providerId="LiveId" clId="{F31406FF-A08C-4743-8DB4-F4D763984808}" dt="2025-11-03T13:56:12.671" v="182" actId="478"/>
          <ac:spMkLst>
            <pc:docMk/>
            <pc:sldMk cId="545364583" sldId="266"/>
            <ac:spMk id="31" creationId="{F193E5EA-DAC0-41EC-A3F4-A81978732459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32" creationId="{C4A5DD9E-749B-43D2-87FA-0D68ADE00C4B}"/>
          </ac:spMkLst>
        </pc:spChg>
        <pc:spChg chg="mod">
          <ac:chgData name="Rubiya Islam Aesha" userId="7f858bb5c2d7e182" providerId="LiveId" clId="{F31406FF-A08C-4743-8DB4-F4D763984808}" dt="2025-11-03T14:08:45.402" v="306" actId="20577"/>
          <ac:spMkLst>
            <pc:docMk/>
            <pc:sldMk cId="545364583" sldId="266"/>
            <ac:spMk id="33" creationId="{3B2391EA-BB2E-4189-80CF-658126A3C2C5}"/>
          </ac:spMkLst>
        </pc:spChg>
        <pc:spChg chg="del mod">
          <ac:chgData name="Rubiya Islam Aesha" userId="7f858bb5c2d7e182" providerId="LiveId" clId="{F31406FF-A08C-4743-8DB4-F4D763984808}" dt="2025-11-03T13:56:04.930" v="177" actId="478"/>
          <ac:spMkLst>
            <pc:docMk/>
            <pc:sldMk cId="545364583" sldId="266"/>
            <ac:spMk id="34" creationId="{21C10960-EB7A-42F2-8F55-13D8D71F86F5}"/>
          </ac:spMkLst>
        </pc:spChg>
        <pc:spChg chg="mod">
          <ac:chgData name="Rubiya Islam Aesha" userId="7f858bb5c2d7e182" providerId="LiveId" clId="{F31406FF-A08C-4743-8DB4-F4D763984808}" dt="2025-11-03T14:18:55.897" v="387" actId="1076"/>
          <ac:spMkLst>
            <pc:docMk/>
            <pc:sldMk cId="545364583" sldId="266"/>
            <ac:spMk id="35" creationId="{4CF2A88E-6233-41FE-91B4-E009EDD09E93}"/>
          </ac:spMkLst>
        </pc:spChg>
        <pc:spChg chg="del mod">
          <ac:chgData name="Rubiya Islam Aesha" userId="7f858bb5c2d7e182" providerId="LiveId" clId="{F31406FF-A08C-4743-8DB4-F4D763984808}" dt="2025-11-03T13:55:59.111" v="173" actId="478"/>
          <ac:spMkLst>
            <pc:docMk/>
            <pc:sldMk cId="545364583" sldId="266"/>
            <ac:spMk id="36" creationId="{2EC629FF-051B-4D28-AFEC-97DC7C295817}"/>
          </ac:spMkLst>
        </pc:spChg>
        <pc:spChg chg="del mod">
          <ac:chgData name="Rubiya Islam Aesha" userId="7f858bb5c2d7e182" providerId="LiveId" clId="{F31406FF-A08C-4743-8DB4-F4D763984808}" dt="2025-11-03T13:56:11.027" v="181" actId="478"/>
          <ac:spMkLst>
            <pc:docMk/>
            <pc:sldMk cId="545364583" sldId="266"/>
            <ac:spMk id="37" creationId="{FECB356D-934F-426A-99B1-B7F8C0574BE8}"/>
          </ac:spMkLst>
        </pc:spChg>
        <pc:spChg chg="mod">
          <ac:chgData name="Rubiya Islam Aesha" userId="7f858bb5c2d7e182" providerId="LiveId" clId="{F31406FF-A08C-4743-8DB4-F4D763984808}" dt="2025-11-03T14:04:29.136" v="249" actId="208"/>
          <ac:spMkLst>
            <pc:docMk/>
            <pc:sldMk cId="545364583" sldId="266"/>
            <ac:spMk id="38" creationId="{1E895D26-A808-44F1-88FC-FDC6DE958838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39" creationId="{0D3198FF-4133-42EB-AD31-BE4387A29117}"/>
          </ac:spMkLst>
        </pc:spChg>
        <pc:spChg chg="mod">
          <ac:chgData name="Rubiya Islam Aesha" userId="7f858bb5c2d7e182" providerId="LiveId" clId="{F31406FF-A08C-4743-8DB4-F4D763984808}" dt="2025-11-03T14:04:20.790" v="246" actId="208"/>
          <ac:spMkLst>
            <pc:docMk/>
            <pc:sldMk cId="545364583" sldId="266"/>
            <ac:spMk id="40" creationId="{97DC1E05-7313-4425-B31A-6212669432B5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41" creationId="{EE2B265E-AC88-48DD-9B3E-E87253D08381}"/>
          </ac:spMkLst>
        </pc:spChg>
        <pc:spChg chg="mod">
          <ac:chgData name="Rubiya Islam Aesha" userId="7f858bb5c2d7e182" providerId="LiveId" clId="{F31406FF-A08C-4743-8DB4-F4D763984808}" dt="2025-11-03T14:04:39.963" v="254" actId="208"/>
          <ac:spMkLst>
            <pc:docMk/>
            <pc:sldMk cId="545364583" sldId="266"/>
            <ac:spMk id="42" creationId="{200EFAF6-DF8C-49BC-BF6B-69AE5FAEEBA0}"/>
          </ac:spMkLst>
        </pc:spChg>
        <pc:spChg chg="del mod">
          <ac:chgData name="Rubiya Islam Aesha" userId="7f858bb5c2d7e182" providerId="LiveId" clId="{F31406FF-A08C-4743-8DB4-F4D763984808}" dt="2025-11-03T13:56:07.248" v="179" actId="478"/>
          <ac:spMkLst>
            <pc:docMk/>
            <pc:sldMk cId="545364583" sldId="266"/>
            <ac:spMk id="43" creationId="{D64F0493-067B-406E-AA7B-18C0E307653E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44" creationId="{3E1BFD8C-62B2-4346-8EF8-C124F5203DA6}"/>
          </ac:spMkLst>
        </pc:spChg>
        <pc:spChg chg="del mod">
          <ac:chgData name="Rubiya Islam Aesha" userId="7f858bb5c2d7e182" providerId="LiveId" clId="{F31406FF-A08C-4743-8DB4-F4D763984808}" dt="2025-11-03T13:56:18.244" v="183" actId="478"/>
          <ac:spMkLst>
            <pc:docMk/>
            <pc:sldMk cId="545364583" sldId="266"/>
            <ac:spMk id="45" creationId="{8BCDF6D9-43BC-471E-9A03-BF4C268A2500}"/>
          </ac:spMkLst>
        </pc:spChg>
        <pc:spChg chg="del mod">
          <ac:chgData name="Rubiya Islam Aesha" userId="7f858bb5c2d7e182" providerId="LiveId" clId="{F31406FF-A08C-4743-8DB4-F4D763984808}" dt="2025-11-03T13:56:03.585" v="176" actId="478"/>
          <ac:spMkLst>
            <pc:docMk/>
            <pc:sldMk cId="545364583" sldId="266"/>
            <ac:spMk id="46" creationId="{B6191735-593B-428F-8E21-47376051B637}"/>
          </ac:spMkLst>
        </pc:spChg>
        <pc:spChg chg="mod">
          <ac:chgData name="Rubiya Islam Aesha" userId="7f858bb5c2d7e182" providerId="LiveId" clId="{F31406FF-A08C-4743-8DB4-F4D763984808}" dt="2025-11-03T14:04:36.685" v="253" actId="208"/>
          <ac:spMkLst>
            <pc:docMk/>
            <pc:sldMk cId="545364583" sldId="266"/>
            <ac:spMk id="47" creationId="{532CA7AF-B15D-40A5-8B41-415E2910481A}"/>
          </ac:spMkLst>
        </pc:spChg>
        <pc:spChg chg="mod">
          <ac:chgData name="Rubiya Islam Aesha" userId="7f858bb5c2d7e182" providerId="LiveId" clId="{F31406FF-A08C-4743-8DB4-F4D763984808}" dt="2025-11-03T14:04:33.235" v="251" actId="207"/>
          <ac:spMkLst>
            <pc:docMk/>
            <pc:sldMk cId="545364583" sldId="266"/>
            <ac:spMk id="48" creationId="{A0430A37-A1EA-4A6B-8AAF-98798B3C39E7}"/>
          </ac:spMkLst>
        </pc:spChg>
        <pc:spChg chg="mod">
          <ac:chgData name="Rubiya Islam Aesha" userId="7f858bb5c2d7e182" providerId="LiveId" clId="{F31406FF-A08C-4743-8DB4-F4D763984808}" dt="2025-11-03T14:04:43.849" v="255" actId="208"/>
          <ac:spMkLst>
            <pc:docMk/>
            <pc:sldMk cId="545364583" sldId="266"/>
            <ac:spMk id="49" creationId="{AA1C209A-DC51-466A-A631-B10503A0158D}"/>
          </ac:spMkLst>
        </pc:spChg>
        <pc:spChg chg="del mod">
          <ac:chgData name="Rubiya Islam Aesha" userId="7f858bb5c2d7e182" providerId="LiveId" clId="{F31406FF-A08C-4743-8DB4-F4D763984808}" dt="2025-11-03T13:56:01.980" v="175" actId="478"/>
          <ac:spMkLst>
            <pc:docMk/>
            <pc:sldMk cId="545364583" sldId="266"/>
            <ac:spMk id="50" creationId="{47B61DB7-AAC1-4030-A4E1-51CB9DAA54A8}"/>
          </ac:spMkLst>
        </pc:spChg>
        <pc:spChg chg="del mod">
          <ac:chgData name="Rubiya Islam Aesha" userId="7f858bb5c2d7e182" providerId="LiveId" clId="{F31406FF-A08C-4743-8DB4-F4D763984808}" dt="2025-11-03T13:56:00.758" v="174" actId="478"/>
          <ac:spMkLst>
            <pc:docMk/>
            <pc:sldMk cId="545364583" sldId="266"/>
            <ac:spMk id="51" creationId="{C9BA03D4-836D-4917-97E8-AF4F2508C380}"/>
          </ac:spMkLst>
        </pc:spChg>
        <pc:spChg chg="add mod">
          <ac:chgData name="Rubiya Islam Aesha" userId="7f858bb5c2d7e182" providerId="LiveId" clId="{F31406FF-A08C-4743-8DB4-F4D763984808}" dt="2025-11-03T14:05:59.581" v="275" actId="1076"/>
          <ac:spMkLst>
            <pc:docMk/>
            <pc:sldMk cId="545364583" sldId="266"/>
            <ac:spMk id="52" creationId="{4C36834E-78BD-40A5-BE77-7A5CA43760F7}"/>
          </ac:spMkLst>
        </pc:spChg>
        <pc:spChg chg="add mod">
          <ac:chgData name="Rubiya Islam Aesha" userId="7f858bb5c2d7e182" providerId="LiveId" clId="{F31406FF-A08C-4743-8DB4-F4D763984808}" dt="2025-11-03T14:16:47.547" v="382" actId="115"/>
          <ac:spMkLst>
            <pc:docMk/>
            <pc:sldMk cId="545364583" sldId="266"/>
            <ac:spMk id="53" creationId="{68A06BB6-AA31-4C22-AE33-6238022D7740}"/>
          </ac:spMkLst>
        </pc:spChg>
        <pc:spChg chg="add del mod">
          <ac:chgData name="Rubiya Islam Aesha" userId="7f858bb5c2d7e182" providerId="LiveId" clId="{F31406FF-A08C-4743-8DB4-F4D763984808}" dt="2025-11-03T14:08:32.477" v="301"/>
          <ac:spMkLst>
            <pc:docMk/>
            <pc:sldMk cId="545364583" sldId="266"/>
            <ac:spMk id="54" creationId="{B9076F5A-D040-41A4-B611-9E4D56DBD59F}"/>
          </ac:spMkLst>
        </pc:spChg>
        <pc:spChg chg="add del mod">
          <ac:chgData name="Rubiya Islam Aesha" userId="7f858bb5c2d7e182" providerId="LiveId" clId="{F31406FF-A08C-4743-8DB4-F4D763984808}" dt="2025-11-03T14:08:42.727" v="304"/>
          <ac:spMkLst>
            <pc:docMk/>
            <pc:sldMk cId="545364583" sldId="266"/>
            <ac:spMk id="55" creationId="{34E5F81C-F40E-4ABA-ACA2-F8817A551962}"/>
          </ac:spMkLst>
        </pc:spChg>
        <pc:spChg chg="add mod">
          <ac:chgData name="Rubiya Islam Aesha" userId="7f858bb5c2d7e182" providerId="LiveId" clId="{F31406FF-A08C-4743-8DB4-F4D763984808}" dt="2025-11-03T14:15:52.887" v="365" actId="255"/>
          <ac:spMkLst>
            <pc:docMk/>
            <pc:sldMk cId="545364583" sldId="266"/>
            <ac:spMk id="56" creationId="{30144D8D-CEB2-493A-9608-41733487EEE0}"/>
          </ac:spMkLst>
        </pc:spChg>
        <pc:spChg chg="add mod">
          <ac:chgData name="Rubiya Islam Aesha" userId="7f858bb5c2d7e182" providerId="LiveId" clId="{F31406FF-A08C-4743-8DB4-F4D763984808}" dt="2025-11-03T14:16:01.078" v="366" actId="255"/>
          <ac:spMkLst>
            <pc:docMk/>
            <pc:sldMk cId="545364583" sldId="266"/>
            <ac:spMk id="57" creationId="{8089DB03-4011-495A-B613-320D1A3BF889}"/>
          </ac:spMkLst>
        </pc:spChg>
        <pc:spChg chg="add mod">
          <ac:chgData name="Rubiya Islam Aesha" userId="7f858bb5c2d7e182" providerId="LiveId" clId="{F31406FF-A08C-4743-8DB4-F4D763984808}" dt="2025-11-03T14:16:07.383" v="367" actId="255"/>
          <ac:spMkLst>
            <pc:docMk/>
            <pc:sldMk cId="545364583" sldId="266"/>
            <ac:spMk id="58" creationId="{D1579308-0068-478E-923E-01DD6C842C35}"/>
          </ac:spMkLst>
        </pc:spChg>
        <pc:spChg chg="add mod">
          <ac:chgData name="Rubiya Islam Aesha" userId="7f858bb5c2d7e182" providerId="LiveId" clId="{F31406FF-A08C-4743-8DB4-F4D763984808}" dt="2025-11-03T14:13:54.495" v="351" actId="1076"/>
          <ac:spMkLst>
            <pc:docMk/>
            <pc:sldMk cId="545364583" sldId="266"/>
            <ac:spMk id="59" creationId="{8E4819FD-0820-4D16-B742-2CE50EBF12AB}"/>
          </ac:spMkLst>
        </pc:spChg>
        <pc:spChg chg="add mod">
          <ac:chgData name="Rubiya Islam Aesha" userId="7f858bb5c2d7e182" providerId="LiveId" clId="{F31406FF-A08C-4743-8DB4-F4D763984808}" dt="2025-11-03T14:16:30.197" v="379" actId="20577"/>
          <ac:spMkLst>
            <pc:docMk/>
            <pc:sldMk cId="545364583" sldId="266"/>
            <ac:spMk id="60" creationId="{2A58FAC0-8A57-4DDE-9277-1EE9FEB73B7C}"/>
          </ac:spMkLst>
        </pc:spChg>
      </pc:sldChg>
      <pc:sldChg chg="modSp mod">
        <pc:chgData name="Rubiya Islam Aesha" userId="7f858bb5c2d7e182" providerId="LiveId" clId="{F31406FF-A08C-4743-8DB4-F4D763984808}" dt="2025-11-03T14:24:57.564" v="432" actId="1076"/>
        <pc:sldMkLst>
          <pc:docMk/>
          <pc:sldMk cId="570394957" sldId="267"/>
        </pc:sldMkLst>
        <pc:spChg chg="mod">
          <ac:chgData name="Rubiya Islam Aesha" userId="7f858bb5c2d7e182" providerId="LiveId" clId="{F31406FF-A08C-4743-8DB4-F4D763984808}" dt="2025-11-03T14:24:47.143" v="430" actId="14100"/>
          <ac:spMkLst>
            <pc:docMk/>
            <pc:sldMk cId="570394957" sldId="267"/>
            <ac:spMk id="5" creationId="{C4B2C5C2-15C1-40DB-A2B2-C6CBFA2BBA71}"/>
          </ac:spMkLst>
        </pc:spChg>
        <pc:spChg chg="mod">
          <ac:chgData name="Rubiya Islam Aesha" userId="7f858bb5c2d7e182" providerId="LiveId" clId="{F31406FF-A08C-4743-8DB4-F4D763984808}" dt="2025-11-03T14:24:57.564" v="432" actId="1076"/>
          <ac:spMkLst>
            <pc:docMk/>
            <pc:sldMk cId="570394957" sldId="267"/>
            <ac:spMk id="16" creationId="{886D9DF8-2248-441E-B9C8-3BF9D0C6C94C}"/>
          </ac:spMkLst>
        </pc:spChg>
        <pc:grpChg chg="mod">
          <ac:chgData name="Rubiya Islam Aesha" userId="7f858bb5c2d7e182" providerId="LiveId" clId="{F31406FF-A08C-4743-8DB4-F4D763984808}" dt="2025-11-03T14:24:53.645" v="431" actId="1076"/>
          <ac:grpSpMkLst>
            <pc:docMk/>
            <pc:sldMk cId="570394957" sldId="267"/>
            <ac:grpSpMk id="13" creationId="{D7831626-3D09-40D0-B3A1-6A0B5DE3F1F3}"/>
          </ac:grpSpMkLst>
        </pc:grpChg>
      </pc:sldChg>
      <pc:sldChg chg="modSp mod">
        <pc:chgData name="Rubiya Islam Aesha" userId="7f858bb5c2d7e182" providerId="LiveId" clId="{F31406FF-A08C-4743-8DB4-F4D763984808}" dt="2025-11-03T14:24:37.106" v="428" actId="1076"/>
        <pc:sldMkLst>
          <pc:docMk/>
          <pc:sldMk cId="153456439" sldId="268"/>
        </pc:sldMkLst>
        <pc:spChg chg="mod">
          <ac:chgData name="Rubiya Islam Aesha" userId="7f858bb5c2d7e182" providerId="LiveId" clId="{F31406FF-A08C-4743-8DB4-F4D763984808}" dt="2025-11-03T14:24:37.106" v="428" actId="1076"/>
          <ac:spMkLst>
            <pc:docMk/>
            <pc:sldMk cId="153456439" sldId="268"/>
            <ac:spMk id="2" creationId="{C0BCF0A6-6300-4A75-8689-11CF007024C4}"/>
          </ac:spMkLst>
        </pc:spChg>
        <pc:spChg chg="mod">
          <ac:chgData name="Rubiya Islam Aesha" userId="7f858bb5c2d7e182" providerId="LiveId" clId="{F31406FF-A08C-4743-8DB4-F4D763984808}" dt="2025-11-03T14:24:32.035" v="427" actId="14100"/>
          <ac:spMkLst>
            <pc:docMk/>
            <pc:sldMk cId="153456439" sldId="268"/>
            <ac:spMk id="6" creationId="{B151440D-70B3-4DEE-A24D-59669D78E98A}"/>
          </ac:spMkLst>
        </pc:spChg>
        <pc:grpChg chg="mod">
          <ac:chgData name="Rubiya Islam Aesha" userId="7f858bb5c2d7e182" providerId="LiveId" clId="{F31406FF-A08C-4743-8DB4-F4D763984808}" dt="2025-11-03T14:24:21.769" v="425" actId="1076"/>
          <ac:grpSpMkLst>
            <pc:docMk/>
            <pc:sldMk cId="153456439" sldId="268"/>
            <ac:grpSpMk id="13" creationId="{D7831626-3D09-40D0-B3A1-6A0B5DE3F1F3}"/>
          </ac:grpSpMkLst>
        </pc:grpChg>
      </pc:sldChg>
      <pc:sldChg chg="modSp mod">
        <pc:chgData name="Rubiya Islam Aesha" userId="7f858bb5c2d7e182" providerId="LiveId" clId="{F31406FF-A08C-4743-8DB4-F4D763984808}" dt="2025-11-03T14:24:08.420" v="424" actId="1076"/>
        <pc:sldMkLst>
          <pc:docMk/>
          <pc:sldMk cId="3857977373" sldId="269"/>
        </pc:sldMkLst>
        <pc:spChg chg="mod">
          <ac:chgData name="Rubiya Islam Aesha" userId="7f858bb5c2d7e182" providerId="LiveId" clId="{F31406FF-A08C-4743-8DB4-F4D763984808}" dt="2025-11-03T14:24:08.420" v="424" actId="1076"/>
          <ac:spMkLst>
            <pc:docMk/>
            <pc:sldMk cId="3857977373" sldId="269"/>
            <ac:spMk id="2" creationId="{612688E8-F3A6-4DFD-9E0A-836C8CACB201}"/>
          </ac:spMkLst>
        </pc:spChg>
        <pc:spChg chg="mod">
          <ac:chgData name="Rubiya Islam Aesha" userId="7f858bb5c2d7e182" providerId="LiveId" clId="{F31406FF-A08C-4743-8DB4-F4D763984808}" dt="2025-11-03T14:24:02.971" v="423" actId="14100"/>
          <ac:spMkLst>
            <pc:docMk/>
            <pc:sldMk cId="3857977373" sldId="269"/>
            <ac:spMk id="3" creationId="{B6FFFAF3-4BCF-4BC3-BE94-C5C4A994962D}"/>
          </ac:spMkLst>
        </pc:spChg>
      </pc:sldChg>
      <pc:sldChg chg="addSp delSp modSp new mod modTransition modAnim">
        <pc:chgData name="Rubiya Islam Aesha" userId="7f858bb5c2d7e182" providerId="LiveId" clId="{F31406FF-A08C-4743-8DB4-F4D763984808}" dt="2025-11-03T15:01:37.707" v="698"/>
        <pc:sldMkLst>
          <pc:docMk/>
          <pc:sldMk cId="529084931" sldId="270"/>
        </pc:sldMkLst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2" creationId="{A882F56B-91EB-4F9E-B946-A272D22FB0FF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3" creationId="{F581A3F4-72F1-4330-B680-E7E2666DE3B0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4" creationId="{D694D38F-24F1-4B77-82E3-C1B8D878B30E}"/>
          </ac:spMkLst>
        </pc:spChg>
        <pc:spChg chg="add del mod">
          <ac:chgData name="Rubiya Islam Aesha" userId="7f858bb5c2d7e182" providerId="LiveId" clId="{F31406FF-A08C-4743-8DB4-F4D763984808}" dt="2025-11-03T14:42:16.831" v="589" actId="478"/>
          <ac:spMkLst>
            <pc:docMk/>
            <pc:sldMk cId="529084931" sldId="270"/>
            <ac:spMk id="5" creationId="{7AE56641-1B13-4192-B370-9450295666AA}"/>
          </ac:spMkLst>
        </pc:spChg>
        <pc:spChg chg="add del mod">
          <ac:chgData name="Rubiya Islam Aesha" userId="7f858bb5c2d7e182" providerId="LiveId" clId="{F31406FF-A08C-4743-8DB4-F4D763984808}" dt="2025-11-03T14:43:14.663" v="602" actId="478"/>
          <ac:spMkLst>
            <pc:docMk/>
            <pc:sldMk cId="529084931" sldId="270"/>
            <ac:spMk id="6" creationId="{2DF360A9-9BFB-4524-AAD2-525632B59567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7" creationId="{62DA17E3-C662-4CC8-AD6F-193E8F8FE417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8" creationId="{E7B4388F-7E54-4006-BAA8-0D4C0D6EEF5B}"/>
          </ac:spMkLst>
        </pc:spChg>
        <pc:spChg chg="add mod">
          <ac:chgData name="Rubiya Islam Aesha" userId="7f858bb5c2d7e182" providerId="LiveId" clId="{F31406FF-A08C-4743-8DB4-F4D763984808}" dt="2025-11-03T14:55:38.324" v="670" actId="1076"/>
          <ac:spMkLst>
            <pc:docMk/>
            <pc:sldMk cId="529084931" sldId="270"/>
            <ac:spMk id="9" creationId="{170BE14D-3EFF-4543-84C7-D723A15AEFE5}"/>
          </ac:spMkLst>
        </pc:spChg>
        <pc:spChg chg="add mod">
          <ac:chgData name="Rubiya Islam Aesha" userId="7f858bb5c2d7e182" providerId="LiveId" clId="{F31406FF-A08C-4743-8DB4-F4D763984808}" dt="2025-11-03T14:35:18.642" v="544" actId="207"/>
          <ac:spMkLst>
            <pc:docMk/>
            <pc:sldMk cId="529084931" sldId="270"/>
            <ac:spMk id="10" creationId="{D20BFCF3-60DA-483A-8FDF-05AC928B46DD}"/>
          </ac:spMkLst>
        </pc:spChg>
        <pc:spChg chg="add del mod">
          <ac:chgData name="Rubiya Islam Aesha" userId="7f858bb5c2d7e182" providerId="LiveId" clId="{F31406FF-A08C-4743-8DB4-F4D763984808}" dt="2025-11-03T14:35:48.183" v="550"/>
          <ac:spMkLst>
            <pc:docMk/>
            <pc:sldMk cId="529084931" sldId="270"/>
            <ac:spMk id="11" creationId="{A4DD07CD-B510-489F-A103-AEB810173D13}"/>
          </ac:spMkLst>
        </pc:spChg>
        <pc:spChg chg="add del mod">
          <ac:chgData name="Rubiya Islam Aesha" userId="7f858bb5c2d7e182" providerId="LiveId" clId="{F31406FF-A08C-4743-8DB4-F4D763984808}" dt="2025-11-03T14:35:48.181" v="548" actId="478"/>
          <ac:spMkLst>
            <pc:docMk/>
            <pc:sldMk cId="529084931" sldId="270"/>
            <ac:spMk id="12" creationId="{09EFFFB5-DD76-4081-A033-98E96BF4B6E2}"/>
          </ac:spMkLst>
        </pc:spChg>
        <pc:spChg chg="add del mod">
          <ac:chgData name="Rubiya Islam Aesha" userId="7f858bb5c2d7e182" providerId="LiveId" clId="{F31406FF-A08C-4743-8DB4-F4D763984808}" dt="2025-11-03T14:36:01.902" v="554" actId="478"/>
          <ac:spMkLst>
            <pc:docMk/>
            <pc:sldMk cId="529084931" sldId="270"/>
            <ac:spMk id="13" creationId="{4E400182-98F1-487C-9C75-9B16E8D8D191}"/>
          </ac:spMkLst>
        </pc:spChg>
        <pc:spChg chg="add del">
          <ac:chgData name="Rubiya Islam Aesha" userId="7f858bb5c2d7e182" providerId="LiveId" clId="{F31406FF-A08C-4743-8DB4-F4D763984808}" dt="2025-11-03T14:36:05.768" v="555" actId="478"/>
          <ac:spMkLst>
            <pc:docMk/>
            <pc:sldMk cId="529084931" sldId="270"/>
            <ac:spMk id="14" creationId="{A8040F65-38F2-4BD4-9D08-6778036ADAF0}"/>
          </ac:spMkLst>
        </pc:spChg>
        <pc:spChg chg="add del mod">
          <ac:chgData name="Rubiya Islam Aesha" userId="7f858bb5c2d7e182" providerId="LiveId" clId="{F31406FF-A08C-4743-8DB4-F4D763984808}" dt="2025-11-03T14:36:01.902" v="554" actId="478"/>
          <ac:spMkLst>
            <pc:docMk/>
            <pc:sldMk cId="529084931" sldId="270"/>
            <ac:spMk id="15" creationId="{45FE283F-3078-4C24-80AF-EF2DC838CE5B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16" creationId="{D06A646F-FC54-4CFE-901B-AF035CFCABFB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17" creationId="{7247A843-22D8-410E-B7ED-1CAEBF6A7376}"/>
          </ac:spMkLst>
        </pc:spChg>
        <pc:spChg chg="add del mod">
          <ac:chgData name="Rubiya Islam Aesha" userId="7f858bb5c2d7e182" providerId="LiveId" clId="{F31406FF-A08C-4743-8DB4-F4D763984808}" dt="2025-11-03T14:44:16.290" v="616" actId="478"/>
          <ac:spMkLst>
            <pc:docMk/>
            <pc:sldMk cId="529084931" sldId="270"/>
            <ac:spMk id="18" creationId="{E0EEE776-1A48-4910-A6F7-ABC2ED9B722B}"/>
          </ac:spMkLst>
        </pc:spChg>
        <pc:spChg chg="add del mod">
          <ac:chgData name="Rubiya Islam Aesha" userId="7f858bb5c2d7e182" providerId="LiveId" clId="{F31406FF-A08C-4743-8DB4-F4D763984808}" dt="2025-11-03T14:42:22.965" v="591" actId="478"/>
          <ac:spMkLst>
            <pc:docMk/>
            <pc:sldMk cId="529084931" sldId="270"/>
            <ac:spMk id="19" creationId="{49EDB4A2-16C0-4A82-8076-0B2B33303888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20" creationId="{B27CA5AF-C2CD-4113-95F9-BF2C42C8E7E2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21" creationId="{F2A7BEF4-E42A-40A0-8071-FB0084E3E196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22" creationId="{75333D67-8B4C-4B69-8DEB-74666E470921}"/>
          </ac:spMkLst>
        </pc:spChg>
        <pc:spChg chg="add mod">
          <ac:chgData name="Rubiya Islam Aesha" userId="7f858bb5c2d7e182" providerId="LiveId" clId="{F31406FF-A08C-4743-8DB4-F4D763984808}" dt="2025-11-03T14:54:08.580" v="669" actId="164"/>
          <ac:spMkLst>
            <pc:docMk/>
            <pc:sldMk cId="529084931" sldId="270"/>
            <ac:spMk id="23" creationId="{5F7FDD2A-398E-45C6-ABE0-B6A077A4137F}"/>
          </ac:spMkLst>
        </pc:spChg>
        <pc:grpChg chg="add mod">
          <ac:chgData name="Rubiya Islam Aesha" userId="7f858bb5c2d7e182" providerId="LiveId" clId="{F31406FF-A08C-4743-8DB4-F4D763984808}" dt="2025-11-03T14:54:08.580" v="669" actId="164"/>
          <ac:grpSpMkLst>
            <pc:docMk/>
            <pc:sldMk cId="529084931" sldId="270"/>
            <ac:grpSpMk id="24" creationId="{C873D1E3-AD15-400F-93EE-7B3258C301EA}"/>
          </ac:grpSpMkLst>
        </pc:grpChg>
      </pc:sldChg>
      <pc:sldChg chg="new del">
        <pc:chgData name="Rubiya Islam Aesha" userId="7f858bb5c2d7e182" providerId="LiveId" clId="{F31406FF-A08C-4743-8DB4-F4D763984808}" dt="2025-11-03T14:22:14.711" v="418" actId="47"/>
        <pc:sldMkLst>
          <pc:docMk/>
          <pc:sldMk cId="3525915242" sldId="27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02T22:55:46.166" idx="1">
    <p:pos x="10606" y="-3223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64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5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03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2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94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76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3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80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3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7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214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108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31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37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464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635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09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EB0CEA-D1EC-4821-B5E0-C9D009A870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F4467D-4612-4C97-BE82-EFD453B88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1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3FCFB5E2-A28A-449B-A8C8-B3E0B5BDF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943" y="-1"/>
            <a:ext cx="12583885" cy="6858000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FFC749F-A910-4D43-863C-87A5AEE0A0AC}"/>
              </a:ext>
            </a:extLst>
          </p:cNvPr>
          <p:cNvSpPr/>
          <p:nvPr/>
        </p:nvSpPr>
        <p:spPr>
          <a:xfrm>
            <a:off x="0" y="-1"/>
            <a:ext cx="12186464" cy="6858000"/>
          </a:xfrm>
          <a:custGeom>
            <a:avLst/>
            <a:gdLst>
              <a:gd name="connsiteX0" fmla="*/ 8996328 w 12192000"/>
              <a:gd name="connsiteY0" fmla="*/ 4295503 h 6858000"/>
              <a:gd name="connsiteX1" fmla="*/ 8896491 w 12192000"/>
              <a:gd name="connsiteY1" fmla="*/ 4395562 h 6858000"/>
              <a:gd name="connsiteX2" fmla="*/ 8896491 w 12192000"/>
              <a:gd name="connsiteY2" fmla="*/ 5687754 h 6858000"/>
              <a:gd name="connsiteX3" fmla="*/ 8996328 w 12192000"/>
              <a:gd name="connsiteY3" fmla="*/ 5787813 h 6858000"/>
              <a:gd name="connsiteX4" fmla="*/ 11094202 w 12192000"/>
              <a:gd name="connsiteY4" fmla="*/ 5787813 h 6858000"/>
              <a:gd name="connsiteX5" fmla="*/ 11194040 w 12192000"/>
              <a:gd name="connsiteY5" fmla="*/ 5687754 h 6858000"/>
              <a:gd name="connsiteX6" fmla="*/ 11194040 w 12192000"/>
              <a:gd name="connsiteY6" fmla="*/ 4395562 h 6858000"/>
              <a:gd name="connsiteX7" fmla="*/ 11094202 w 12192000"/>
              <a:gd name="connsiteY7" fmla="*/ 4295503 h 6858000"/>
              <a:gd name="connsiteX8" fmla="*/ 6554684 w 12192000"/>
              <a:gd name="connsiteY8" fmla="*/ 4295503 h 6858000"/>
              <a:gd name="connsiteX9" fmla="*/ 6454846 w 12192000"/>
              <a:gd name="connsiteY9" fmla="*/ 4395562 h 6858000"/>
              <a:gd name="connsiteX10" fmla="*/ 6454846 w 12192000"/>
              <a:gd name="connsiteY10" fmla="*/ 5687754 h 6858000"/>
              <a:gd name="connsiteX11" fmla="*/ 6554684 w 12192000"/>
              <a:gd name="connsiteY11" fmla="*/ 5787813 h 6858000"/>
              <a:gd name="connsiteX12" fmla="*/ 8652556 w 12192000"/>
              <a:gd name="connsiteY12" fmla="*/ 5787813 h 6858000"/>
              <a:gd name="connsiteX13" fmla="*/ 8752394 w 12192000"/>
              <a:gd name="connsiteY13" fmla="*/ 5687754 h 6858000"/>
              <a:gd name="connsiteX14" fmla="*/ 8752394 w 12192000"/>
              <a:gd name="connsiteY14" fmla="*/ 4395562 h 6858000"/>
              <a:gd name="connsiteX15" fmla="*/ 8652556 w 12192000"/>
              <a:gd name="connsiteY15" fmla="*/ 4295503 h 6858000"/>
              <a:gd name="connsiteX16" fmla="*/ 4113038 w 12192000"/>
              <a:gd name="connsiteY16" fmla="*/ 4295503 h 6858000"/>
              <a:gd name="connsiteX17" fmla="*/ 4013200 w 12192000"/>
              <a:gd name="connsiteY17" fmla="*/ 4395562 h 6858000"/>
              <a:gd name="connsiteX18" fmla="*/ 4013200 w 12192000"/>
              <a:gd name="connsiteY18" fmla="*/ 5687754 h 6858000"/>
              <a:gd name="connsiteX19" fmla="*/ 4113038 w 12192000"/>
              <a:gd name="connsiteY19" fmla="*/ 5787813 h 6858000"/>
              <a:gd name="connsiteX20" fmla="*/ 6210912 w 12192000"/>
              <a:gd name="connsiteY20" fmla="*/ 5787813 h 6858000"/>
              <a:gd name="connsiteX21" fmla="*/ 6310749 w 12192000"/>
              <a:gd name="connsiteY21" fmla="*/ 5687754 h 6858000"/>
              <a:gd name="connsiteX22" fmla="*/ 6310749 w 12192000"/>
              <a:gd name="connsiteY22" fmla="*/ 4395562 h 6858000"/>
              <a:gd name="connsiteX23" fmla="*/ 6210912 w 12192000"/>
              <a:gd name="connsiteY23" fmla="*/ 4295503 h 6858000"/>
              <a:gd name="connsiteX24" fmla="*/ 8996328 w 12192000"/>
              <a:gd name="connsiteY24" fmla="*/ 2682845 h 6858000"/>
              <a:gd name="connsiteX25" fmla="*/ 8896491 w 12192000"/>
              <a:gd name="connsiteY25" fmla="*/ 2782904 h 6858000"/>
              <a:gd name="connsiteX26" fmla="*/ 8896491 w 12192000"/>
              <a:gd name="connsiteY26" fmla="*/ 4075095 h 6858000"/>
              <a:gd name="connsiteX27" fmla="*/ 8996328 w 12192000"/>
              <a:gd name="connsiteY27" fmla="*/ 4175155 h 6858000"/>
              <a:gd name="connsiteX28" fmla="*/ 11094202 w 12192000"/>
              <a:gd name="connsiteY28" fmla="*/ 4175155 h 6858000"/>
              <a:gd name="connsiteX29" fmla="*/ 11194040 w 12192000"/>
              <a:gd name="connsiteY29" fmla="*/ 4075095 h 6858000"/>
              <a:gd name="connsiteX30" fmla="*/ 11194040 w 12192000"/>
              <a:gd name="connsiteY30" fmla="*/ 2782904 h 6858000"/>
              <a:gd name="connsiteX31" fmla="*/ 11094202 w 12192000"/>
              <a:gd name="connsiteY31" fmla="*/ 2682845 h 6858000"/>
              <a:gd name="connsiteX32" fmla="*/ 6554685 w 12192000"/>
              <a:gd name="connsiteY32" fmla="*/ 2682845 h 6858000"/>
              <a:gd name="connsiteX33" fmla="*/ 6454847 w 12192000"/>
              <a:gd name="connsiteY33" fmla="*/ 2782904 h 6858000"/>
              <a:gd name="connsiteX34" fmla="*/ 6454847 w 12192000"/>
              <a:gd name="connsiteY34" fmla="*/ 4075095 h 6858000"/>
              <a:gd name="connsiteX35" fmla="*/ 6554685 w 12192000"/>
              <a:gd name="connsiteY35" fmla="*/ 4175155 h 6858000"/>
              <a:gd name="connsiteX36" fmla="*/ 8652556 w 12192000"/>
              <a:gd name="connsiteY36" fmla="*/ 4175155 h 6858000"/>
              <a:gd name="connsiteX37" fmla="*/ 8752394 w 12192000"/>
              <a:gd name="connsiteY37" fmla="*/ 4075095 h 6858000"/>
              <a:gd name="connsiteX38" fmla="*/ 8752394 w 12192000"/>
              <a:gd name="connsiteY38" fmla="*/ 2782904 h 6858000"/>
              <a:gd name="connsiteX39" fmla="*/ 8652556 w 12192000"/>
              <a:gd name="connsiteY39" fmla="*/ 2682845 h 6858000"/>
              <a:gd name="connsiteX40" fmla="*/ 4113039 w 12192000"/>
              <a:gd name="connsiteY40" fmla="*/ 2682845 h 6858000"/>
              <a:gd name="connsiteX41" fmla="*/ 4013201 w 12192000"/>
              <a:gd name="connsiteY41" fmla="*/ 2782904 h 6858000"/>
              <a:gd name="connsiteX42" fmla="*/ 4013201 w 12192000"/>
              <a:gd name="connsiteY42" fmla="*/ 4075095 h 6858000"/>
              <a:gd name="connsiteX43" fmla="*/ 4113039 w 12192000"/>
              <a:gd name="connsiteY43" fmla="*/ 4175155 h 6858000"/>
              <a:gd name="connsiteX44" fmla="*/ 6210913 w 12192000"/>
              <a:gd name="connsiteY44" fmla="*/ 4175155 h 6858000"/>
              <a:gd name="connsiteX45" fmla="*/ 6310751 w 12192000"/>
              <a:gd name="connsiteY45" fmla="*/ 4075095 h 6858000"/>
              <a:gd name="connsiteX46" fmla="*/ 6310751 w 12192000"/>
              <a:gd name="connsiteY46" fmla="*/ 2782904 h 6858000"/>
              <a:gd name="connsiteX47" fmla="*/ 6210913 w 12192000"/>
              <a:gd name="connsiteY47" fmla="*/ 2682845 h 6858000"/>
              <a:gd name="connsiteX48" fmla="*/ 8996328 w 12192000"/>
              <a:gd name="connsiteY48" fmla="*/ 1070188 h 6858000"/>
              <a:gd name="connsiteX49" fmla="*/ 8896491 w 12192000"/>
              <a:gd name="connsiteY49" fmla="*/ 1170247 h 6858000"/>
              <a:gd name="connsiteX50" fmla="*/ 8896491 w 12192000"/>
              <a:gd name="connsiteY50" fmla="*/ 2462439 h 6858000"/>
              <a:gd name="connsiteX51" fmla="*/ 8996328 w 12192000"/>
              <a:gd name="connsiteY51" fmla="*/ 2562498 h 6858000"/>
              <a:gd name="connsiteX52" fmla="*/ 11094202 w 12192000"/>
              <a:gd name="connsiteY52" fmla="*/ 2562498 h 6858000"/>
              <a:gd name="connsiteX53" fmla="*/ 11194040 w 12192000"/>
              <a:gd name="connsiteY53" fmla="*/ 2462439 h 6858000"/>
              <a:gd name="connsiteX54" fmla="*/ 11194040 w 12192000"/>
              <a:gd name="connsiteY54" fmla="*/ 1170247 h 6858000"/>
              <a:gd name="connsiteX55" fmla="*/ 11094202 w 12192000"/>
              <a:gd name="connsiteY55" fmla="*/ 1070188 h 6858000"/>
              <a:gd name="connsiteX56" fmla="*/ 6554685 w 12192000"/>
              <a:gd name="connsiteY56" fmla="*/ 1070188 h 6858000"/>
              <a:gd name="connsiteX57" fmla="*/ 6454847 w 12192000"/>
              <a:gd name="connsiteY57" fmla="*/ 1170247 h 6858000"/>
              <a:gd name="connsiteX58" fmla="*/ 6454847 w 12192000"/>
              <a:gd name="connsiteY58" fmla="*/ 2462439 h 6858000"/>
              <a:gd name="connsiteX59" fmla="*/ 6554685 w 12192000"/>
              <a:gd name="connsiteY59" fmla="*/ 2562498 h 6858000"/>
              <a:gd name="connsiteX60" fmla="*/ 8652556 w 12192000"/>
              <a:gd name="connsiteY60" fmla="*/ 2562498 h 6858000"/>
              <a:gd name="connsiteX61" fmla="*/ 8752394 w 12192000"/>
              <a:gd name="connsiteY61" fmla="*/ 2462439 h 6858000"/>
              <a:gd name="connsiteX62" fmla="*/ 8752394 w 12192000"/>
              <a:gd name="connsiteY62" fmla="*/ 1170247 h 6858000"/>
              <a:gd name="connsiteX63" fmla="*/ 8652556 w 12192000"/>
              <a:gd name="connsiteY63" fmla="*/ 1070188 h 6858000"/>
              <a:gd name="connsiteX64" fmla="*/ 4113039 w 12192000"/>
              <a:gd name="connsiteY64" fmla="*/ 1070188 h 6858000"/>
              <a:gd name="connsiteX65" fmla="*/ 4013201 w 12192000"/>
              <a:gd name="connsiteY65" fmla="*/ 1170247 h 6858000"/>
              <a:gd name="connsiteX66" fmla="*/ 4013201 w 12192000"/>
              <a:gd name="connsiteY66" fmla="*/ 2462439 h 6858000"/>
              <a:gd name="connsiteX67" fmla="*/ 4113039 w 12192000"/>
              <a:gd name="connsiteY67" fmla="*/ 2562498 h 6858000"/>
              <a:gd name="connsiteX68" fmla="*/ 6210913 w 12192000"/>
              <a:gd name="connsiteY68" fmla="*/ 2562498 h 6858000"/>
              <a:gd name="connsiteX69" fmla="*/ 6310751 w 12192000"/>
              <a:gd name="connsiteY69" fmla="*/ 2462439 h 6858000"/>
              <a:gd name="connsiteX70" fmla="*/ 6310751 w 12192000"/>
              <a:gd name="connsiteY70" fmla="*/ 1170247 h 6858000"/>
              <a:gd name="connsiteX71" fmla="*/ 6210913 w 12192000"/>
              <a:gd name="connsiteY71" fmla="*/ 1070188 h 6858000"/>
              <a:gd name="connsiteX72" fmla="*/ 0 w 12192000"/>
              <a:gd name="connsiteY72" fmla="*/ 0 h 6858000"/>
              <a:gd name="connsiteX73" fmla="*/ 4013202 w 12192000"/>
              <a:gd name="connsiteY73" fmla="*/ 0 h 6858000"/>
              <a:gd name="connsiteX74" fmla="*/ 4013202 w 12192000"/>
              <a:gd name="connsiteY74" fmla="*/ 849780 h 6858000"/>
              <a:gd name="connsiteX75" fmla="*/ 4113040 w 12192000"/>
              <a:gd name="connsiteY75" fmla="*/ 949840 h 6858000"/>
              <a:gd name="connsiteX76" fmla="*/ 6210914 w 12192000"/>
              <a:gd name="connsiteY76" fmla="*/ 949840 h 6858000"/>
              <a:gd name="connsiteX77" fmla="*/ 6310752 w 12192000"/>
              <a:gd name="connsiteY77" fmla="*/ 849780 h 6858000"/>
              <a:gd name="connsiteX78" fmla="*/ 6310752 w 12192000"/>
              <a:gd name="connsiteY78" fmla="*/ 0 h 6858000"/>
              <a:gd name="connsiteX79" fmla="*/ 6454848 w 12192000"/>
              <a:gd name="connsiteY79" fmla="*/ 0 h 6858000"/>
              <a:gd name="connsiteX80" fmla="*/ 6454848 w 12192000"/>
              <a:gd name="connsiteY80" fmla="*/ 849780 h 6858000"/>
              <a:gd name="connsiteX81" fmla="*/ 6554687 w 12192000"/>
              <a:gd name="connsiteY81" fmla="*/ 949840 h 6858000"/>
              <a:gd name="connsiteX82" fmla="*/ 8652556 w 12192000"/>
              <a:gd name="connsiteY82" fmla="*/ 949840 h 6858000"/>
              <a:gd name="connsiteX83" fmla="*/ 8752394 w 12192000"/>
              <a:gd name="connsiteY83" fmla="*/ 849780 h 6858000"/>
              <a:gd name="connsiteX84" fmla="*/ 8752394 w 12192000"/>
              <a:gd name="connsiteY84" fmla="*/ 0 h 6858000"/>
              <a:gd name="connsiteX85" fmla="*/ 8896491 w 12192000"/>
              <a:gd name="connsiteY85" fmla="*/ 0 h 6858000"/>
              <a:gd name="connsiteX86" fmla="*/ 8896491 w 12192000"/>
              <a:gd name="connsiteY86" fmla="*/ 849780 h 6858000"/>
              <a:gd name="connsiteX87" fmla="*/ 8996328 w 12192000"/>
              <a:gd name="connsiteY87" fmla="*/ 949840 h 6858000"/>
              <a:gd name="connsiteX88" fmla="*/ 11094202 w 12192000"/>
              <a:gd name="connsiteY88" fmla="*/ 949840 h 6858000"/>
              <a:gd name="connsiteX89" fmla="*/ 11194040 w 12192000"/>
              <a:gd name="connsiteY89" fmla="*/ 849780 h 6858000"/>
              <a:gd name="connsiteX90" fmla="*/ 11194040 w 12192000"/>
              <a:gd name="connsiteY90" fmla="*/ 0 h 6858000"/>
              <a:gd name="connsiteX91" fmla="*/ 11338137 w 12192000"/>
              <a:gd name="connsiteY91" fmla="*/ 0 h 6858000"/>
              <a:gd name="connsiteX92" fmla="*/ 11338137 w 12192000"/>
              <a:gd name="connsiteY92" fmla="*/ 849780 h 6858000"/>
              <a:gd name="connsiteX93" fmla="*/ 11437974 w 12192000"/>
              <a:gd name="connsiteY93" fmla="*/ 949840 h 6858000"/>
              <a:gd name="connsiteX94" fmla="*/ 12192000 w 12192000"/>
              <a:gd name="connsiteY94" fmla="*/ 949840 h 6858000"/>
              <a:gd name="connsiteX95" fmla="*/ 12192000 w 12192000"/>
              <a:gd name="connsiteY95" fmla="*/ 1070188 h 6858000"/>
              <a:gd name="connsiteX96" fmla="*/ 11437974 w 12192000"/>
              <a:gd name="connsiteY96" fmla="*/ 1070188 h 6858000"/>
              <a:gd name="connsiteX97" fmla="*/ 11338137 w 12192000"/>
              <a:gd name="connsiteY97" fmla="*/ 1170247 h 6858000"/>
              <a:gd name="connsiteX98" fmla="*/ 11338137 w 12192000"/>
              <a:gd name="connsiteY98" fmla="*/ 2462439 h 6858000"/>
              <a:gd name="connsiteX99" fmla="*/ 11437974 w 12192000"/>
              <a:gd name="connsiteY99" fmla="*/ 2562498 h 6858000"/>
              <a:gd name="connsiteX100" fmla="*/ 12192000 w 12192000"/>
              <a:gd name="connsiteY100" fmla="*/ 2562498 h 6858000"/>
              <a:gd name="connsiteX101" fmla="*/ 12192000 w 12192000"/>
              <a:gd name="connsiteY101" fmla="*/ 2682845 h 6858000"/>
              <a:gd name="connsiteX102" fmla="*/ 11437974 w 12192000"/>
              <a:gd name="connsiteY102" fmla="*/ 2682845 h 6858000"/>
              <a:gd name="connsiteX103" fmla="*/ 11338137 w 12192000"/>
              <a:gd name="connsiteY103" fmla="*/ 2782904 h 6858000"/>
              <a:gd name="connsiteX104" fmla="*/ 11338137 w 12192000"/>
              <a:gd name="connsiteY104" fmla="*/ 4075095 h 6858000"/>
              <a:gd name="connsiteX105" fmla="*/ 11437974 w 12192000"/>
              <a:gd name="connsiteY105" fmla="*/ 4175155 h 6858000"/>
              <a:gd name="connsiteX106" fmla="*/ 12192000 w 12192000"/>
              <a:gd name="connsiteY106" fmla="*/ 4175155 h 6858000"/>
              <a:gd name="connsiteX107" fmla="*/ 12192000 w 12192000"/>
              <a:gd name="connsiteY107" fmla="*/ 4295503 h 6858000"/>
              <a:gd name="connsiteX108" fmla="*/ 11437974 w 12192000"/>
              <a:gd name="connsiteY108" fmla="*/ 4295503 h 6858000"/>
              <a:gd name="connsiteX109" fmla="*/ 11338137 w 12192000"/>
              <a:gd name="connsiteY109" fmla="*/ 4395562 h 6858000"/>
              <a:gd name="connsiteX110" fmla="*/ 11338137 w 12192000"/>
              <a:gd name="connsiteY110" fmla="*/ 5687754 h 6858000"/>
              <a:gd name="connsiteX111" fmla="*/ 11437974 w 12192000"/>
              <a:gd name="connsiteY111" fmla="*/ 5787813 h 6858000"/>
              <a:gd name="connsiteX112" fmla="*/ 12192000 w 12192000"/>
              <a:gd name="connsiteY112" fmla="*/ 5787813 h 6858000"/>
              <a:gd name="connsiteX113" fmla="*/ 12192000 w 12192000"/>
              <a:gd name="connsiteY113" fmla="*/ 5908161 h 6858000"/>
              <a:gd name="connsiteX114" fmla="*/ 11437974 w 12192000"/>
              <a:gd name="connsiteY114" fmla="*/ 5908161 h 6858000"/>
              <a:gd name="connsiteX115" fmla="*/ 11338137 w 12192000"/>
              <a:gd name="connsiteY115" fmla="*/ 6008220 h 6858000"/>
              <a:gd name="connsiteX116" fmla="*/ 11338137 w 12192000"/>
              <a:gd name="connsiteY116" fmla="*/ 6858000 h 6858000"/>
              <a:gd name="connsiteX117" fmla="*/ 11194040 w 12192000"/>
              <a:gd name="connsiteY117" fmla="*/ 6858000 h 6858000"/>
              <a:gd name="connsiteX118" fmla="*/ 11194040 w 12192000"/>
              <a:gd name="connsiteY118" fmla="*/ 6008220 h 6858000"/>
              <a:gd name="connsiteX119" fmla="*/ 11094202 w 12192000"/>
              <a:gd name="connsiteY119" fmla="*/ 5908161 h 6858000"/>
              <a:gd name="connsiteX120" fmla="*/ 8996328 w 12192000"/>
              <a:gd name="connsiteY120" fmla="*/ 5908161 h 6858000"/>
              <a:gd name="connsiteX121" fmla="*/ 8896491 w 12192000"/>
              <a:gd name="connsiteY121" fmla="*/ 6008220 h 6858000"/>
              <a:gd name="connsiteX122" fmla="*/ 8896491 w 12192000"/>
              <a:gd name="connsiteY122" fmla="*/ 6858000 h 6858000"/>
              <a:gd name="connsiteX123" fmla="*/ 8752394 w 12192000"/>
              <a:gd name="connsiteY123" fmla="*/ 6858000 h 6858000"/>
              <a:gd name="connsiteX124" fmla="*/ 8752394 w 12192000"/>
              <a:gd name="connsiteY124" fmla="*/ 6008220 h 6858000"/>
              <a:gd name="connsiteX125" fmla="*/ 8652556 w 12192000"/>
              <a:gd name="connsiteY125" fmla="*/ 5908161 h 6858000"/>
              <a:gd name="connsiteX126" fmla="*/ 6554683 w 12192000"/>
              <a:gd name="connsiteY126" fmla="*/ 5908161 h 6858000"/>
              <a:gd name="connsiteX127" fmla="*/ 6454845 w 12192000"/>
              <a:gd name="connsiteY127" fmla="*/ 6008220 h 6858000"/>
              <a:gd name="connsiteX128" fmla="*/ 6454845 w 12192000"/>
              <a:gd name="connsiteY128" fmla="*/ 6858000 h 6858000"/>
              <a:gd name="connsiteX129" fmla="*/ 6310748 w 12192000"/>
              <a:gd name="connsiteY129" fmla="*/ 6858000 h 6858000"/>
              <a:gd name="connsiteX130" fmla="*/ 6310748 w 12192000"/>
              <a:gd name="connsiteY130" fmla="*/ 6008220 h 6858000"/>
              <a:gd name="connsiteX131" fmla="*/ 6210911 w 12192000"/>
              <a:gd name="connsiteY131" fmla="*/ 5908161 h 6858000"/>
              <a:gd name="connsiteX132" fmla="*/ 4113037 w 12192000"/>
              <a:gd name="connsiteY132" fmla="*/ 5908161 h 6858000"/>
              <a:gd name="connsiteX133" fmla="*/ 4013200 w 12192000"/>
              <a:gd name="connsiteY133" fmla="*/ 6008220 h 6858000"/>
              <a:gd name="connsiteX134" fmla="*/ 4013200 w 12192000"/>
              <a:gd name="connsiteY134" fmla="*/ 6858000 h 6858000"/>
              <a:gd name="connsiteX135" fmla="*/ 0 w 12192000"/>
              <a:gd name="connsiteY13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12192000" h="6858000">
                <a:moveTo>
                  <a:pt x="8996328" y="4295503"/>
                </a:moveTo>
                <a:cubicBezTo>
                  <a:pt x="8941190" y="4295503"/>
                  <a:pt x="8896491" y="4340301"/>
                  <a:pt x="8896491" y="4395562"/>
                </a:cubicBezTo>
                <a:lnTo>
                  <a:pt x="8896491" y="5687754"/>
                </a:lnTo>
                <a:cubicBezTo>
                  <a:pt x="8896491" y="5743015"/>
                  <a:pt x="8941190" y="5787813"/>
                  <a:pt x="8996328" y="5787813"/>
                </a:cubicBezTo>
                <a:lnTo>
                  <a:pt x="11094202" y="5787813"/>
                </a:lnTo>
                <a:cubicBezTo>
                  <a:pt x="11149342" y="5787813"/>
                  <a:pt x="11194040" y="5743015"/>
                  <a:pt x="11194040" y="5687754"/>
                </a:cubicBezTo>
                <a:lnTo>
                  <a:pt x="11194040" y="4395562"/>
                </a:lnTo>
                <a:cubicBezTo>
                  <a:pt x="11194040" y="4340301"/>
                  <a:pt x="11149342" y="4295503"/>
                  <a:pt x="11094202" y="4295503"/>
                </a:cubicBezTo>
                <a:close/>
                <a:moveTo>
                  <a:pt x="6554684" y="4295503"/>
                </a:moveTo>
                <a:cubicBezTo>
                  <a:pt x="6499545" y="4295503"/>
                  <a:pt x="6454846" y="4340301"/>
                  <a:pt x="6454846" y="4395562"/>
                </a:cubicBezTo>
                <a:lnTo>
                  <a:pt x="6454846" y="5687754"/>
                </a:lnTo>
                <a:cubicBezTo>
                  <a:pt x="6454846" y="5743015"/>
                  <a:pt x="6499545" y="5787813"/>
                  <a:pt x="6554684" y="5787813"/>
                </a:cubicBezTo>
                <a:lnTo>
                  <a:pt x="8652556" y="5787813"/>
                </a:lnTo>
                <a:cubicBezTo>
                  <a:pt x="8707696" y="5787813"/>
                  <a:pt x="8752394" y="5743015"/>
                  <a:pt x="8752394" y="5687754"/>
                </a:cubicBezTo>
                <a:lnTo>
                  <a:pt x="8752394" y="4395562"/>
                </a:lnTo>
                <a:cubicBezTo>
                  <a:pt x="8752394" y="4340301"/>
                  <a:pt x="8707696" y="4295503"/>
                  <a:pt x="8652556" y="4295503"/>
                </a:cubicBezTo>
                <a:close/>
                <a:moveTo>
                  <a:pt x="4113038" y="4295503"/>
                </a:moveTo>
                <a:cubicBezTo>
                  <a:pt x="4057899" y="4295503"/>
                  <a:pt x="4013200" y="4340301"/>
                  <a:pt x="4013200" y="4395562"/>
                </a:cubicBezTo>
                <a:lnTo>
                  <a:pt x="4013200" y="5687754"/>
                </a:lnTo>
                <a:cubicBezTo>
                  <a:pt x="4013200" y="5743015"/>
                  <a:pt x="4057899" y="5787813"/>
                  <a:pt x="4113038" y="5787813"/>
                </a:cubicBezTo>
                <a:lnTo>
                  <a:pt x="6210912" y="5787813"/>
                </a:lnTo>
                <a:cubicBezTo>
                  <a:pt x="6266050" y="5787813"/>
                  <a:pt x="6310749" y="5743015"/>
                  <a:pt x="6310749" y="5687754"/>
                </a:cubicBezTo>
                <a:lnTo>
                  <a:pt x="6310749" y="4395562"/>
                </a:lnTo>
                <a:cubicBezTo>
                  <a:pt x="6310749" y="4340301"/>
                  <a:pt x="6266050" y="4295503"/>
                  <a:pt x="6210912" y="4295503"/>
                </a:cubicBezTo>
                <a:close/>
                <a:moveTo>
                  <a:pt x="8996328" y="2682845"/>
                </a:moveTo>
                <a:cubicBezTo>
                  <a:pt x="8941190" y="2682845"/>
                  <a:pt x="8896491" y="2727643"/>
                  <a:pt x="8896491" y="2782904"/>
                </a:cubicBezTo>
                <a:lnTo>
                  <a:pt x="8896491" y="4075095"/>
                </a:lnTo>
                <a:cubicBezTo>
                  <a:pt x="8896491" y="4130356"/>
                  <a:pt x="8941190" y="4175155"/>
                  <a:pt x="8996328" y="4175155"/>
                </a:cubicBezTo>
                <a:lnTo>
                  <a:pt x="11094202" y="4175155"/>
                </a:lnTo>
                <a:cubicBezTo>
                  <a:pt x="11149342" y="4175155"/>
                  <a:pt x="11194040" y="4130356"/>
                  <a:pt x="11194040" y="4075095"/>
                </a:cubicBezTo>
                <a:lnTo>
                  <a:pt x="11194040" y="2782904"/>
                </a:lnTo>
                <a:cubicBezTo>
                  <a:pt x="11194040" y="2727643"/>
                  <a:pt x="11149342" y="2682845"/>
                  <a:pt x="11094202" y="2682845"/>
                </a:cubicBezTo>
                <a:close/>
                <a:moveTo>
                  <a:pt x="6554685" y="2682845"/>
                </a:moveTo>
                <a:cubicBezTo>
                  <a:pt x="6499546" y="2682845"/>
                  <a:pt x="6454847" y="2727643"/>
                  <a:pt x="6454847" y="2782904"/>
                </a:cubicBezTo>
                <a:lnTo>
                  <a:pt x="6454847" y="4075095"/>
                </a:lnTo>
                <a:cubicBezTo>
                  <a:pt x="6454847" y="4130356"/>
                  <a:pt x="6499546" y="4175155"/>
                  <a:pt x="6554685" y="4175155"/>
                </a:cubicBezTo>
                <a:lnTo>
                  <a:pt x="8652556" y="4175155"/>
                </a:lnTo>
                <a:cubicBezTo>
                  <a:pt x="8707696" y="4175155"/>
                  <a:pt x="8752394" y="4130356"/>
                  <a:pt x="8752394" y="4075095"/>
                </a:cubicBezTo>
                <a:lnTo>
                  <a:pt x="8752394" y="2782904"/>
                </a:lnTo>
                <a:cubicBezTo>
                  <a:pt x="8752394" y="2727643"/>
                  <a:pt x="8707696" y="2682845"/>
                  <a:pt x="8652556" y="2682845"/>
                </a:cubicBezTo>
                <a:close/>
                <a:moveTo>
                  <a:pt x="4113039" y="2682845"/>
                </a:moveTo>
                <a:cubicBezTo>
                  <a:pt x="4057900" y="2682845"/>
                  <a:pt x="4013201" y="2727643"/>
                  <a:pt x="4013201" y="2782904"/>
                </a:cubicBezTo>
                <a:lnTo>
                  <a:pt x="4013201" y="4075095"/>
                </a:lnTo>
                <a:cubicBezTo>
                  <a:pt x="4013201" y="4130356"/>
                  <a:pt x="4057900" y="4175155"/>
                  <a:pt x="4113039" y="4175155"/>
                </a:cubicBezTo>
                <a:lnTo>
                  <a:pt x="6210913" y="4175155"/>
                </a:lnTo>
                <a:cubicBezTo>
                  <a:pt x="6266051" y="4175155"/>
                  <a:pt x="6310751" y="4130356"/>
                  <a:pt x="6310751" y="4075095"/>
                </a:cubicBezTo>
                <a:lnTo>
                  <a:pt x="6310751" y="2782904"/>
                </a:lnTo>
                <a:cubicBezTo>
                  <a:pt x="6310751" y="2727643"/>
                  <a:pt x="6266051" y="2682845"/>
                  <a:pt x="6210913" y="2682845"/>
                </a:cubicBezTo>
                <a:close/>
                <a:moveTo>
                  <a:pt x="8996328" y="1070188"/>
                </a:moveTo>
                <a:cubicBezTo>
                  <a:pt x="8941190" y="1070188"/>
                  <a:pt x="8896491" y="1114986"/>
                  <a:pt x="8896491" y="1170247"/>
                </a:cubicBezTo>
                <a:lnTo>
                  <a:pt x="8896491" y="2462439"/>
                </a:lnTo>
                <a:cubicBezTo>
                  <a:pt x="8896491" y="2517700"/>
                  <a:pt x="8941190" y="2562498"/>
                  <a:pt x="8996328" y="2562498"/>
                </a:cubicBezTo>
                <a:lnTo>
                  <a:pt x="11094202" y="2562498"/>
                </a:lnTo>
                <a:cubicBezTo>
                  <a:pt x="11149342" y="2562498"/>
                  <a:pt x="11194040" y="2517700"/>
                  <a:pt x="11194040" y="2462439"/>
                </a:cubicBezTo>
                <a:lnTo>
                  <a:pt x="11194040" y="1170247"/>
                </a:lnTo>
                <a:cubicBezTo>
                  <a:pt x="11194040" y="1114986"/>
                  <a:pt x="11149342" y="1070188"/>
                  <a:pt x="11094202" y="1070188"/>
                </a:cubicBezTo>
                <a:close/>
                <a:moveTo>
                  <a:pt x="6554685" y="1070188"/>
                </a:moveTo>
                <a:cubicBezTo>
                  <a:pt x="6499546" y="1070188"/>
                  <a:pt x="6454847" y="1114986"/>
                  <a:pt x="6454847" y="1170247"/>
                </a:cubicBezTo>
                <a:lnTo>
                  <a:pt x="6454847" y="2462439"/>
                </a:lnTo>
                <a:cubicBezTo>
                  <a:pt x="6454847" y="2517700"/>
                  <a:pt x="6499546" y="2562498"/>
                  <a:pt x="6554685" y="2562498"/>
                </a:cubicBezTo>
                <a:lnTo>
                  <a:pt x="8652556" y="2562498"/>
                </a:lnTo>
                <a:cubicBezTo>
                  <a:pt x="8707696" y="2562498"/>
                  <a:pt x="8752394" y="2517700"/>
                  <a:pt x="8752394" y="2462439"/>
                </a:cubicBezTo>
                <a:lnTo>
                  <a:pt x="8752394" y="1170247"/>
                </a:lnTo>
                <a:cubicBezTo>
                  <a:pt x="8752394" y="1114986"/>
                  <a:pt x="8707696" y="1070188"/>
                  <a:pt x="8652556" y="1070188"/>
                </a:cubicBezTo>
                <a:close/>
                <a:moveTo>
                  <a:pt x="4113039" y="1070188"/>
                </a:moveTo>
                <a:cubicBezTo>
                  <a:pt x="4057900" y="1070188"/>
                  <a:pt x="4013201" y="1114986"/>
                  <a:pt x="4013201" y="1170247"/>
                </a:cubicBezTo>
                <a:lnTo>
                  <a:pt x="4013201" y="2462439"/>
                </a:lnTo>
                <a:cubicBezTo>
                  <a:pt x="4013201" y="2517700"/>
                  <a:pt x="4057900" y="2562498"/>
                  <a:pt x="4113039" y="2562498"/>
                </a:cubicBezTo>
                <a:lnTo>
                  <a:pt x="6210913" y="2562498"/>
                </a:lnTo>
                <a:cubicBezTo>
                  <a:pt x="6266051" y="2562498"/>
                  <a:pt x="6310751" y="2517700"/>
                  <a:pt x="6310751" y="2462439"/>
                </a:cubicBezTo>
                <a:lnTo>
                  <a:pt x="6310751" y="1170247"/>
                </a:lnTo>
                <a:cubicBezTo>
                  <a:pt x="6310751" y="1114986"/>
                  <a:pt x="6266051" y="1070188"/>
                  <a:pt x="6210913" y="1070188"/>
                </a:cubicBezTo>
                <a:close/>
                <a:moveTo>
                  <a:pt x="0" y="0"/>
                </a:moveTo>
                <a:lnTo>
                  <a:pt x="4013202" y="0"/>
                </a:lnTo>
                <a:lnTo>
                  <a:pt x="4013202" y="849780"/>
                </a:lnTo>
                <a:cubicBezTo>
                  <a:pt x="4013202" y="905041"/>
                  <a:pt x="4057901" y="949840"/>
                  <a:pt x="4113040" y="949840"/>
                </a:cubicBezTo>
                <a:lnTo>
                  <a:pt x="6210914" y="949840"/>
                </a:lnTo>
                <a:cubicBezTo>
                  <a:pt x="6266052" y="949840"/>
                  <a:pt x="6310752" y="905041"/>
                  <a:pt x="6310752" y="849780"/>
                </a:cubicBezTo>
                <a:lnTo>
                  <a:pt x="6310752" y="0"/>
                </a:lnTo>
                <a:lnTo>
                  <a:pt x="6454848" y="0"/>
                </a:lnTo>
                <a:lnTo>
                  <a:pt x="6454848" y="849780"/>
                </a:lnTo>
                <a:cubicBezTo>
                  <a:pt x="6454848" y="905041"/>
                  <a:pt x="6499547" y="949840"/>
                  <a:pt x="6554687" y="949840"/>
                </a:cubicBezTo>
                <a:lnTo>
                  <a:pt x="8652556" y="949840"/>
                </a:lnTo>
                <a:cubicBezTo>
                  <a:pt x="8707696" y="949840"/>
                  <a:pt x="8752394" y="905041"/>
                  <a:pt x="8752394" y="849780"/>
                </a:cubicBezTo>
                <a:lnTo>
                  <a:pt x="8752394" y="0"/>
                </a:lnTo>
                <a:lnTo>
                  <a:pt x="8896491" y="0"/>
                </a:lnTo>
                <a:lnTo>
                  <a:pt x="8896491" y="849780"/>
                </a:lnTo>
                <a:cubicBezTo>
                  <a:pt x="8896491" y="905041"/>
                  <a:pt x="8941190" y="949840"/>
                  <a:pt x="8996328" y="949840"/>
                </a:cubicBezTo>
                <a:lnTo>
                  <a:pt x="11094202" y="949840"/>
                </a:lnTo>
                <a:cubicBezTo>
                  <a:pt x="11149342" y="949840"/>
                  <a:pt x="11194040" y="905041"/>
                  <a:pt x="11194040" y="849780"/>
                </a:cubicBezTo>
                <a:lnTo>
                  <a:pt x="11194040" y="0"/>
                </a:lnTo>
                <a:lnTo>
                  <a:pt x="11338137" y="0"/>
                </a:lnTo>
                <a:lnTo>
                  <a:pt x="11338137" y="849780"/>
                </a:lnTo>
                <a:cubicBezTo>
                  <a:pt x="11338137" y="905041"/>
                  <a:pt x="11382836" y="949840"/>
                  <a:pt x="11437974" y="949840"/>
                </a:cubicBezTo>
                <a:lnTo>
                  <a:pt x="12192000" y="949840"/>
                </a:lnTo>
                <a:lnTo>
                  <a:pt x="12192000" y="1070188"/>
                </a:lnTo>
                <a:lnTo>
                  <a:pt x="11437974" y="1070188"/>
                </a:lnTo>
                <a:cubicBezTo>
                  <a:pt x="11382836" y="1070188"/>
                  <a:pt x="11338137" y="1114985"/>
                  <a:pt x="11338137" y="1170247"/>
                </a:cubicBezTo>
                <a:lnTo>
                  <a:pt x="11338137" y="2462439"/>
                </a:lnTo>
                <a:cubicBezTo>
                  <a:pt x="11338137" y="2517699"/>
                  <a:pt x="11382836" y="2562498"/>
                  <a:pt x="11437974" y="2562498"/>
                </a:cubicBezTo>
                <a:lnTo>
                  <a:pt x="12192000" y="2562498"/>
                </a:lnTo>
                <a:lnTo>
                  <a:pt x="12192000" y="2682845"/>
                </a:lnTo>
                <a:lnTo>
                  <a:pt x="11437974" y="2682845"/>
                </a:lnTo>
                <a:cubicBezTo>
                  <a:pt x="11382836" y="2682845"/>
                  <a:pt x="11338137" y="2727643"/>
                  <a:pt x="11338137" y="2782904"/>
                </a:cubicBezTo>
                <a:lnTo>
                  <a:pt x="11338137" y="4075095"/>
                </a:lnTo>
                <a:cubicBezTo>
                  <a:pt x="11338137" y="4130356"/>
                  <a:pt x="11382836" y="4175155"/>
                  <a:pt x="11437974" y="4175155"/>
                </a:cubicBezTo>
                <a:lnTo>
                  <a:pt x="12192000" y="4175155"/>
                </a:lnTo>
                <a:lnTo>
                  <a:pt x="12192000" y="4295503"/>
                </a:lnTo>
                <a:lnTo>
                  <a:pt x="11437974" y="4295503"/>
                </a:lnTo>
                <a:cubicBezTo>
                  <a:pt x="11382836" y="4295503"/>
                  <a:pt x="11338137" y="4340301"/>
                  <a:pt x="11338137" y="4395562"/>
                </a:cubicBezTo>
                <a:lnTo>
                  <a:pt x="11338137" y="5687754"/>
                </a:lnTo>
                <a:cubicBezTo>
                  <a:pt x="11338137" y="5743015"/>
                  <a:pt x="11382836" y="5787813"/>
                  <a:pt x="11437974" y="5787813"/>
                </a:cubicBezTo>
                <a:lnTo>
                  <a:pt x="12192000" y="5787813"/>
                </a:lnTo>
                <a:lnTo>
                  <a:pt x="12192000" y="5908161"/>
                </a:lnTo>
                <a:lnTo>
                  <a:pt x="11437974" y="5908161"/>
                </a:lnTo>
                <a:cubicBezTo>
                  <a:pt x="11382836" y="5908161"/>
                  <a:pt x="11338137" y="5952959"/>
                  <a:pt x="11338137" y="6008220"/>
                </a:cubicBezTo>
                <a:lnTo>
                  <a:pt x="11338137" y="6858000"/>
                </a:lnTo>
                <a:lnTo>
                  <a:pt x="11194040" y="6858000"/>
                </a:lnTo>
                <a:lnTo>
                  <a:pt x="11194040" y="6008220"/>
                </a:lnTo>
                <a:cubicBezTo>
                  <a:pt x="11194040" y="5952959"/>
                  <a:pt x="11149342" y="5908161"/>
                  <a:pt x="11094202" y="5908161"/>
                </a:cubicBezTo>
                <a:lnTo>
                  <a:pt x="8996328" y="5908161"/>
                </a:lnTo>
                <a:cubicBezTo>
                  <a:pt x="8941190" y="5908161"/>
                  <a:pt x="8896491" y="5952959"/>
                  <a:pt x="8896491" y="6008220"/>
                </a:cubicBezTo>
                <a:lnTo>
                  <a:pt x="8896491" y="6858000"/>
                </a:lnTo>
                <a:lnTo>
                  <a:pt x="8752394" y="6858000"/>
                </a:lnTo>
                <a:lnTo>
                  <a:pt x="8752394" y="6008220"/>
                </a:lnTo>
                <a:cubicBezTo>
                  <a:pt x="8752394" y="5952959"/>
                  <a:pt x="8707696" y="5908161"/>
                  <a:pt x="8652556" y="5908161"/>
                </a:cubicBezTo>
                <a:lnTo>
                  <a:pt x="6554683" y="5908161"/>
                </a:lnTo>
                <a:cubicBezTo>
                  <a:pt x="6499544" y="5908161"/>
                  <a:pt x="6454845" y="5952959"/>
                  <a:pt x="6454845" y="6008220"/>
                </a:cubicBezTo>
                <a:lnTo>
                  <a:pt x="6454845" y="6858000"/>
                </a:lnTo>
                <a:lnTo>
                  <a:pt x="6310748" y="6858000"/>
                </a:lnTo>
                <a:lnTo>
                  <a:pt x="6310748" y="6008220"/>
                </a:lnTo>
                <a:cubicBezTo>
                  <a:pt x="6310748" y="5952959"/>
                  <a:pt x="6266049" y="5908161"/>
                  <a:pt x="6210911" y="5908161"/>
                </a:cubicBezTo>
                <a:lnTo>
                  <a:pt x="4113037" y="5908161"/>
                </a:lnTo>
                <a:cubicBezTo>
                  <a:pt x="4057898" y="5908161"/>
                  <a:pt x="4013200" y="5952959"/>
                  <a:pt x="4013200" y="6008220"/>
                </a:cubicBezTo>
                <a:lnTo>
                  <a:pt x="4013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233041-72BC-40A7-9BE9-1DBAE9A42CCD}"/>
              </a:ext>
            </a:extLst>
          </p:cNvPr>
          <p:cNvSpPr txBox="1"/>
          <p:nvPr/>
        </p:nvSpPr>
        <p:spPr>
          <a:xfrm>
            <a:off x="484306" y="1043731"/>
            <a:ext cx="32494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GB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PRESENTATION </a:t>
            </a:r>
          </a:p>
          <a:p>
            <a:r>
              <a:rPr lang="en-GB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              ON</a:t>
            </a:r>
          </a:p>
          <a:p>
            <a:r>
              <a:rPr lang="en-GB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GIT AND GIT HUB</a:t>
            </a:r>
          </a:p>
          <a:p>
            <a:endParaRPr lang="en-GB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GROUP MEMBER:</a:t>
            </a:r>
          </a:p>
          <a:p>
            <a:endParaRPr lang="en-GB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TAHSIN TALUKDER (41240202232)</a:t>
            </a:r>
          </a:p>
          <a:p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RUBIYA ISLAM AESHA (41240202223)</a:t>
            </a:r>
          </a:p>
          <a:p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NAFISA ANZUM (41240202265)</a:t>
            </a:r>
          </a:p>
          <a:p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SEFATON NAHAR (41240202312)</a:t>
            </a:r>
          </a:p>
          <a:p>
            <a:endParaRPr lang="en-GB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COURSE CODE:</a:t>
            </a:r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CSE1290</a:t>
            </a:r>
            <a:endParaRPr lang="en-GB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SUBMITTED TO: </a:t>
            </a:r>
          </a:p>
          <a:p>
            <a:r>
              <a:rPr lang="en-GB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MOHAMMAD NASIF SADIQUE KHAN</a:t>
            </a:r>
          </a:p>
        </p:txBody>
      </p:sp>
    </p:spTree>
    <p:extLst>
      <p:ext uri="{BB962C8B-B14F-4D97-AF65-F5344CB8AC3E}">
        <p14:creationId xmlns:p14="http://schemas.microsoft.com/office/powerpoint/2010/main" val="47125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repeatCount="indefinite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F48351-1424-4B6E-B41A-28D27A6B2414}"/>
              </a:ext>
            </a:extLst>
          </p:cNvPr>
          <p:cNvSpPr/>
          <p:nvPr/>
        </p:nvSpPr>
        <p:spPr>
          <a:xfrm>
            <a:off x="-201386" y="1164771"/>
            <a:ext cx="12594771" cy="45284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0" cmpd="sng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D4DAC-4FD0-4286-B563-AC79E1315395}"/>
              </a:ext>
            </a:extLst>
          </p:cNvPr>
          <p:cNvSpPr txBox="1"/>
          <p:nvPr/>
        </p:nvSpPr>
        <p:spPr>
          <a:xfrm>
            <a:off x="484416" y="1371600"/>
            <a:ext cx="53666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IS GIT?</a:t>
            </a:r>
          </a:p>
          <a:p>
            <a:r>
              <a:rPr lang="en-US" sz="2200" dirty="0"/>
              <a:t>Git is a tool (or software) that helps us save and track changes in our files — especially code or projects. It is a Version Control System.</a:t>
            </a:r>
          </a:p>
          <a:p>
            <a:r>
              <a:rPr lang="en-GB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Tracks changes in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Work offline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Collaboration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Branching and merging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Keeps history safe</a:t>
            </a:r>
          </a:p>
          <a:p>
            <a:endParaRPr lang="en-GB" sz="2200" b="1" dirty="0">
              <a:latin typeface="Bahnschrift Condensed" panose="020B0502040204020203" pitchFamily="34" charset="0"/>
            </a:endParaRPr>
          </a:p>
          <a:p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475EC-C31E-408A-A78B-19F39B1311CA}"/>
              </a:ext>
            </a:extLst>
          </p:cNvPr>
          <p:cNvSpPr txBox="1"/>
          <p:nvPr/>
        </p:nvSpPr>
        <p:spPr>
          <a:xfrm>
            <a:off x="6340929" y="1371600"/>
            <a:ext cx="550817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IS GITHUB?</a:t>
            </a:r>
          </a:p>
          <a:p>
            <a:r>
              <a:rPr lang="en-US" sz="2200" dirty="0"/>
              <a:t>GitHub is a website where we can store</a:t>
            </a:r>
            <a:r>
              <a:rPr lang="en-US" sz="2200" b="1" dirty="0"/>
              <a:t> </a:t>
            </a:r>
            <a:r>
              <a:rPr lang="en-US" sz="2200" dirty="0"/>
              <a:t>and share our Git projects online. It helps developers, designers, and teams to collaborate easily . </a:t>
            </a:r>
          </a:p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FUNCTION: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Stores projects online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Tracks changes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Team collaboration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Pull requests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/>
              <a:t>Showcase your work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822064-3A28-43D0-A957-C2853BD7C5AB}"/>
              </a:ext>
            </a:extLst>
          </p:cNvPr>
          <p:cNvGrpSpPr/>
          <p:nvPr/>
        </p:nvGrpSpPr>
        <p:grpSpPr>
          <a:xfrm>
            <a:off x="-2417739" y="783258"/>
            <a:ext cx="14940370" cy="5291481"/>
            <a:chOff x="-2417739" y="783258"/>
            <a:chExt cx="14940370" cy="5291481"/>
          </a:xfrm>
          <a:effectLst>
            <a:glow>
              <a:schemeClr val="accent1">
                <a:alpha val="40000"/>
              </a:schemeClr>
            </a:glo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7CE30-435A-40B7-A217-09472975EE31}"/>
                </a:ext>
              </a:extLst>
            </p:cNvPr>
            <p:cNvGrpSpPr/>
            <p:nvPr/>
          </p:nvGrpSpPr>
          <p:grpSpPr>
            <a:xfrm>
              <a:off x="-2417739" y="783258"/>
              <a:ext cx="14811123" cy="5291481"/>
              <a:chOff x="-2417739" y="783258"/>
              <a:chExt cx="14811123" cy="529148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15CC1D-7E44-41FD-A2B4-2D2E518EF4D4}"/>
                  </a:ext>
                </a:extLst>
              </p:cNvPr>
              <p:cNvSpPr/>
              <p:nvPr/>
            </p:nvSpPr>
            <p:spPr>
              <a:xfrm>
                <a:off x="-201387" y="1045029"/>
                <a:ext cx="12594771" cy="4850885"/>
              </a:xfrm>
              <a:prstGeom prst="rect">
                <a:avLst/>
              </a:prstGeom>
              <a:solidFill>
                <a:srgbClr val="EA8B4F"/>
              </a:solidFill>
              <a:ln w="254000" cmpd="sng">
                <a:noFill/>
                <a:prstDash val="solid"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39CC5338-1641-4D6D-AC8A-F54E0882541D}"/>
                  </a:ext>
                </a:extLst>
              </p:cNvPr>
              <p:cNvSpPr/>
              <p:nvPr/>
            </p:nvSpPr>
            <p:spPr>
              <a:xfrm>
                <a:off x="-2417739" y="783258"/>
                <a:ext cx="2216351" cy="5291481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A21ADA-06CD-49C9-93F0-F1F750A8A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1387" y="1045028"/>
              <a:ext cx="12724018" cy="4850885"/>
            </a:xfrm>
            <a:prstGeom prst="rect">
              <a:avLst/>
            </a:prstGeom>
            <a:blipFill dpi="0" rotWithShape="1">
              <a:blip r:embed="rId3">
                <a:alphaModFix amt="68000"/>
              </a:blip>
              <a:srcRect/>
              <a:tile tx="0" ty="0" sx="100000" sy="100000" flip="none" algn="tl"/>
            </a:blipFill>
          </p:spPr>
        </p:pic>
      </p:grpSp>
    </p:spTree>
    <p:extLst>
      <p:ext uri="{BB962C8B-B14F-4D97-AF65-F5344CB8AC3E}">
        <p14:creationId xmlns:p14="http://schemas.microsoft.com/office/powerpoint/2010/main" val="2516101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F48351-1424-4B6E-B41A-28D27A6B2414}"/>
              </a:ext>
            </a:extLst>
          </p:cNvPr>
          <p:cNvSpPr/>
          <p:nvPr/>
        </p:nvSpPr>
        <p:spPr>
          <a:xfrm>
            <a:off x="-201386" y="1164771"/>
            <a:ext cx="12594771" cy="45284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0" cmpd="sng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D4DAC-4FD0-4286-B563-AC79E1315395}"/>
              </a:ext>
            </a:extLst>
          </p:cNvPr>
          <p:cNvSpPr txBox="1"/>
          <p:nvPr/>
        </p:nvSpPr>
        <p:spPr>
          <a:xfrm>
            <a:off x="484416" y="1371600"/>
            <a:ext cx="53666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IS GIT?</a:t>
            </a:r>
          </a:p>
          <a:p>
            <a:r>
              <a:rPr lang="en-US" sz="2200" dirty="0"/>
              <a:t>Git is a tool (or software) that helps us save and track changes in our files — especially code or projects. It is a Version Control System.</a:t>
            </a:r>
          </a:p>
          <a:p>
            <a:r>
              <a:rPr lang="en-GB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Tracks changes in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Work offline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Collaboration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Branching and merging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Keeps history safe</a:t>
            </a:r>
          </a:p>
          <a:p>
            <a:endParaRPr lang="en-GB" sz="2200" b="1" dirty="0">
              <a:latin typeface="Bahnschrift Condensed" panose="020B0502040204020203" pitchFamily="34" charset="0"/>
            </a:endParaRPr>
          </a:p>
          <a:p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475EC-C31E-408A-A78B-19F39B1311CA}"/>
              </a:ext>
            </a:extLst>
          </p:cNvPr>
          <p:cNvSpPr txBox="1"/>
          <p:nvPr/>
        </p:nvSpPr>
        <p:spPr>
          <a:xfrm>
            <a:off x="6340929" y="1371600"/>
            <a:ext cx="550817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IS GITHUB?</a:t>
            </a:r>
          </a:p>
          <a:p>
            <a:r>
              <a:rPr lang="en-US" sz="2200" dirty="0"/>
              <a:t>GitHub is a website where we can store</a:t>
            </a:r>
            <a:r>
              <a:rPr lang="en-US" sz="2200" b="1" dirty="0"/>
              <a:t> </a:t>
            </a:r>
            <a:r>
              <a:rPr lang="en-US" sz="2200" dirty="0"/>
              <a:t>and share our Git projects online. It helps developers, designers, and teams to collaborate easily . </a:t>
            </a:r>
          </a:p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FUNCTION: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Stores projects online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Tracks changes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Team collaboration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Pull requests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/>
              <a:t>Showcase your work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822064-3A28-43D0-A957-C2853BD7C5AB}"/>
              </a:ext>
            </a:extLst>
          </p:cNvPr>
          <p:cNvGrpSpPr/>
          <p:nvPr/>
        </p:nvGrpSpPr>
        <p:grpSpPr>
          <a:xfrm>
            <a:off x="12192000" y="783258"/>
            <a:ext cx="14940370" cy="5291481"/>
            <a:chOff x="-2417739" y="783258"/>
            <a:chExt cx="14940370" cy="529148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7CE30-435A-40B7-A217-09472975EE31}"/>
                </a:ext>
              </a:extLst>
            </p:cNvPr>
            <p:cNvGrpSpPr/>
            <p:nvPr/>
          </p:nvGrpSpPr>
          <p:grpSpPr>
            <a:xfrm>
              <a:off x="-2417739" y="783258"/>
              <a:ext cx="14811123" cy="5291481"/>
              <a:chOff x="-2417739" y="783258"/>
              <a:chExt cx="14811123" cy="529148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15CC1D-7E44-41FD-A2B4-2D2E518EF4D4}"/>
                  </a:ext>
                </a:extLst>
              </p:cNvPr>
              <p:cNvSpPr/>
              <p:nvPr/>
            </p:nvSpPr>
            <p:spPr>
              <a:xfrm>
                <a:off x="-201387" y="1045029"/>
                <a:ext cx="12594771" cy="4850885"/>
              </a:xfrm>
              <a:prstGeom prst="rect">
                <a:avLst/>
              </a:prstGeom>
              <a:solidFill>
                <a:srgbClr val="EA8B4F"/>
              </a:solidFill>
              <a:ln w="254000" cmpd="sng">
                <a:noFill/>
                <a:prstDash val="solid"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39CC5338-1641-4D6D-AC8A-F54E0882541D}"/>
                  </a:ext>
                </a:extLst>
              </p:cNvPr>
              <p:cNvSpPr/>
              <p:nvPr/>
            </p:nvSpPr>
            <p:spPr>
              <a:xfrm>
                <a:off x="-2417739" y="783258"/>
                <a:ext cx="2216351" cy="5291481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A21ADA-06CD-49C9-93F0-F1F750A8A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1387" y="1045028"/>
              <a:ext cx="12724018" cy="4850885"/>
            </a:xfrm>
            <a:prstGeom prst="rect">
              <a:avLst/>
            </a:prstGeom>
            <a:blipFill dpi="0" rotWithShape="1">
              <a:blip r:embed="rId3">
                <a:alphaModFix amt="68000"/>
              </a:blip>
              <a:srcRect/>
              <a:tile tx="0" ty="0" sx="100000" sy="100000" flip="none" algn="tl"/>
            </a:blipFill>
          </p:spPr>
        </p:pic>
      </p:grpSp>
    </p:spTree>
    <p:extLst>
      <p:ext uri="{BB962C8B-B14F-4D97-AF65-F5344CB8AC3E}">
        <p14:creationId xmlns:p14="http://schemas.microsoft.com/office/powerpoint/2010/main" val="362207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112746-DED3-4E8C-8431-56115728A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15" y="739303"/>
            <a:ext cx="9237996" cy="5196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800EB-9883-42D4-8B87-B6D81CAB8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099" y="739302"/>
            <a:ext cx="9237994" cy="5196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2F1F57-674D-496F-9DCE-861026B35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882" y="739302"/>
            <a:ext cx="9237994" cy="519637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6D88839-5452-41DB-9B89-05A7644369C6}"/>
              </a:ext>
            </a:extLst>
          </p:cNvPr>
          <p:cNvSpPr/>
          <p:nvPr/>
        </p:nvSpPr>
        <p:spPr>
          <a:xfrm>
            <a:off x="-275617" y="-972767"/>
            <a:ext cx="13048034" cy="252919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B60726-F680-4C65-B3A1-2994AD54D69E}"/>
              </a:ext>
            </a:extLst>
          </p:cNvPr>
          <p:cNvSpPr/>
          <p:nvPr/>
        </p:nvSpPr>
        <p:spPr>
          <a:xfrm>
            <a:off x="-275617" y="5163015"/>
            <a:ext cx="13048034" cy="26677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C9B9A-DE01-4922-BE11-B943FD1ACE42}"/>
              </a:ext>
            </a:extLst>
          </p:cNvPr>
          <p:cNvSpPr txBox="1"/>
          <p:nvPr/>
        </p:nvSpPr>
        <p:spPr>
          <a:xfrm>
            <a:off x="3888058" y="739302"/>
            <a:ext cx="472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ACCOUNT ON GITHUB: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E03015-0269-4845-BE30-960C254E42DB}"/>
              </a:ext>
            </a:extLst>
          </p:cNvPr>
          <p:cNvSpPr txBox="1"/>
          <p:nvPr/>
        </p:nvSpPr>
        <p:spPr>
          <a:xfrm>
            <a:off x="2407361" y="5498225"/>
            <a:ext cx="76820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 GitHub account lets us use GitHub, which is an online platform for saving and sharing your projects.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It’s free to create and only needs an email and username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94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112746-DED3-4E8C-8431-56115728A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89781" y="739303"/>
            <a:ext cx="9237996" cy="5196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800EB-9883-42D4-8B87-B6D81CAB8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003" y="739302"/>
            <a:ext cx="9237994" cy="5196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2F1F57-674D-496F-9DCE-861026B35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3786" y="739302"/>
            <a:ext cx="9237994" cy="519637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6D88839-5452-41DB-9B89-05A7644369C6}"/>
              </a:ext>
            </a:extLst>
          </p:cNvPr>
          <p:cNvSpPr/>
          <p:nvPr/>
        </p:nvSpPr>
        <p:spPr>
          <a:xfrm>
            <a:off x="-275617" y="-972767"/>
            <a:ext cx="13048034" cy="252919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B60726-F680-4C65-B3A1-2994AD54D69E}"/>
              </a:ext>
            </a:extLst>
          </p:cNvPr>
          <p:cNvSpPr/>
          <p:nvPr/>
        </p:nvSpPr>
        <p:spPr>
          <a:xfrm>
            <a:off x="-186407" y="5301572"/>
            <a:ext cx="13048034" cy="252919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969F38-25B9-4C96-B635-FEC84C731719}"/>
              </a:ext>
            </a:extLst>
          </p:cNvPr>
          <p:cNvSpPr txBox="1"/>
          <p:nvPr/>
        </p:nvSpPr>
        <p:spPr>
          <a:xfrm>
            <a:off x="3721720" y="747228"/>
            <a:ext cx="4748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CREATING REPOSITORY: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4D200-BAD1-4342-A5CA-16228D159181}"/>
              </a:ext>
            </a:extLst>
          </p:cNvPr>
          <p:cNvSpPr txBox="1"/>
          <p:nvPr/>
        </p:nvSpPr>
        <p:spPr>
          <a:xfrm>
            <a:off x="1884556" y="5596005"/>
            <a:ext cx="960011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repository (repo) in GitHub is like a folder where you keep all the files and versions of a project</a:t>
            </a:r>
            <a:r>
              <a:rPr lang="en-US" dirty="0"/>
              <a:t>. </a:t>
            </a:r>
            <a:r>
              <a:rPr lang="en-US" altLang="en-US" b="1" dirty="0">
                <a:latin typeface="Arial" panose="020B0604020202020204" pitchFamily="34" charset="0"/>
              </a:rPr>
              <a:t>Steps: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1.</a:t>
            </a:r>
            <a:r>
              <a:rPr lang="en-US" altLang="en-US" dirty="0">
                <a:latin typeface="Arial" panose="020B0604020202020204" pitchFamily="34" charset="0"/>
              </a:rPr>
              <a:t>Click New Repository  </a:t>
            </a:r>
            <a:r>
              <a:rPr lang="en-US" altLang="en-US" b="1" dirty="0">
                <a:latin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</a:rPr>
              <a:t>.Name it </a:t>
            </a:r>
            <a:r>
              <a:rPr lang="en-US" altLang="en-US" b="1" dirty="0">
                <a:latin typeface="Arial" panose="020B0604020202020204" pitchFamily="34" charset="0"/>
              </a:rPr>
              <a:t> 3</a:t>
            </a:r>
            <a:r>
              <a:rPr lang="en-US" altLang="en-US" dirty="0">
                <a:latin typeface="Arial" panose="020B0604020202020204" pitchFamily="34" charset="0"/>
              </a:rPr>
              <a:t>.Choose Public or Private  </a:t>
            </a:r>
            <a:r>
              <a:rPr lang="en-US" altLang="en-US" b="1" dirty="0">
                <a:latin typeface="Arial" panose="020B0604020202020204" pitchFamily="34" charset="0"/>
              </a:rPr>
              <a:t>4</a:t>
            </a:r>
            <a:r>
              <a:rPr lang="en-US" altLang="en-US" dirty="0">
                <a:latin typeface="Arial" panose="020B0604020202020204" pitchFamily="34" charset="0"/>
              </a:rPr>
              <a:t>.Click Create Repository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6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112746-DED3-4E8C-8431-56115728A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56564" y="739303"/>
            <a:ext cx="9237996" cy="5196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A800EB-9883-42D4-8B87-B6D81CAB8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89780" y="739302"/>
            <a:ext cx="9237994" cy="5196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2F1F57-674D-496F-9DCE-861026B35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14" y="479599"/>
            <a:ext cx="9237994" cy="519637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6D88839-5452-41DB-9B89-05A7644369C6}"/>
              </a:ext>
            </a:extLst>
          </p:cNvPr>
          <p:cNvSpPr/>
          <p:nvPr/>
        </p:nvSpPr>
        <p:spPr>
          <a:xfrm>
            <a:off x="-275617" y="-972767"/>
            <a:ext cx="13048034" cy="252919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B60726-F680-4C65-B3A1-2994AD54D69E}"/>
              </a:ext>
            </a:extLst>
          </p:cNvPr>
          <p:cNvSpPr/>
          <p:nvPr/>
        </p:nvSpPr>
        <p:spPr>
          <a:xfrm>
            <a:off x="-275617" y="5301573"/>
            <a:ext cx="13048034" cy="252919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A9533-126F-4D0A-B9E3-8E03446C5E52}"/>
              </a:ext>
            </a:extLst>
          </p:cNvPr>
          <p:cNvSpPr txBox="1"/>
          <p:nvPr/>
        </p:nvSpPr>
        <p:spPr>
          <a:xfrm>
            <a:off x="3813716" y="739302"/>
            <a:ext cx="5675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COMMITTING CHANGES</a:t>
            </a:r>
            <a:r>
              <a:rPr lang="en-GB" sz="2400" dirty="0">
                <a:latin typeface="Arial Rounded MT Bold" panose="020F0704030504030204" pitchFamily="34" charset="0"/>
              </a:rPr>
              <a:t>: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AAC64-F2A5-471A-BA62-495293E3B164}"/>
              </a:ext>
            </a:extLst>
          </p:cNvPr>
          <p:cNvSpPr txBox="1"/>
          <p:nvPr/>
        </p:nvSpPr>
        <p:spPr>
          <a:xfrm>
            <a:off x="2453268" y="5675971"/>
            <a:ext cx="7826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commit in GitHub means saving your changes in a project with a short message about what you changed.</a:t>
            </a:r>
          </a:p>
        </p:txBody>
      </p:sp>
    </p:spTree>
    <p:extLst>
      <p:ext uri="{BB962C8B-B14F-4D97-AF65-F5344CB8AC3E}">
        <p14:creationId xmlns:p14="http://schemas.microsoft.com/office/powerpoint/2010/main" val="1497561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5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BF56B-509D-DAAB-D110-CE37C5F5B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76"/>
          <a:stretch>
            <a:fillRect/>
          </a:stretch>
        </p:blipFill>
        <p:spPr>
          <a:xfrm>
            <a:off x="1096105" y="1566338"/>
            <a:ext cx="4028756" cy="2441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974B97-5D0E-C104-AC9B-6056E26F6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7324"/>
          <a:stretch>
            <a:fillRect/>
          </a:stretch>
        </p:blipFill>
        <p:spPr>
          <a:xfrm>
            <a:off x="6692379" y="3569529"/>
            <a:ext cx="4028756" cy="23529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B3E9DC-EFB7-FAA8-EE7D-C01934EA2DA9}"/>
              </a:ext>
            </a:extLst>
          </p:cNvPr>
          <p:cNvSpPr/>
          <p:nvPr/>
        </p:nvSpPr>
        <p:spPr>
          <a:xfrm>
            <a:off x="2654710" y="719868"/>
            <a:ext cx="6696151" cy="706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BRANCH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80211-2724-CE5C-ED5D-24A313AA7C30}"/>
              </a:ext>
            </a:extLst>
          </p:cNvPr>
          <p:cNvSpPr/>
          <p:nvPr/>
        </p:nvSpPr>
        <p:spPr>
          <a:xfrm>
            <a:off x="5544766" y="1710812"/>
            <a:ext cx="5551129" cy="17181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branch is a copy of your project where you can make changes independently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It’s like a sandbox - you can experiment, build features, or fix bugs without touching the main code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main branch (often called “main” or “master” ) holds the stable, production-ready version of your project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7D2EB-CF7F-DEF1-581B-978E3B4DEEE1}"/>
              </a:ext>
            </a:extLst>
          </p:cNvPr>
          <p:cNvSpPr/>
          <p:nvPr/>
        </p:nvSpPr>
        <p:spPr>
          <a:xfrm>
            <a:off x="1067061" y="4148181"/>
            <a:ext cx="5093110" cy="1882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create, switch, merge, or delete branches anytime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Branches help teams collaborate without conflicts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After work is done, you merge the branch back into the main codebase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create a new branch to work on changes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remove a branch when it’s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181594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5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E14B62-072A-FCB5-EEB8-9C2C2D45C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6" r="-82" b="19305"/>
          <a:stretch>
            <a:fillRect/>
          </a:stretch>
        </p:blipFill>
        <p:spPr>
          <a:xfrm>
            <a:off x="1068882" y="1471384"/>
            <a:ext cx="4057753" cy="22820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EF28-172F-BF2F-A973-E232F0A5E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4828"/>
          <a:stretch>
            <a:fillRect/>
          </a:stretch>
        </p:blipFill>
        <p:spPr>
          <a:xfrm>
            <a:off x="6317937" y="1477657"/>
            <a:ext cx="4057753" cy="2293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B51FD-5EDE-C034-8EB8-1D4101C32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" r="6994" b="18482"/>
          <a:stretch>
            <a:fillRect/>
          </a:stretch>
        </p:blipFill>
        <p:spPr>
          <a:xfrm>
            <a:off x="970560" y="3988016"/>
            <a:ext cx="4076643" cy="21661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E90767-3C62-6ED9-C794-892DD6E86E30}"/>
              </a:ext>
            </a:extLst>
          </p:cNvPr>
          <p:cNvSpPr/>
          <p:nvPr/>
        </p:nvSpPr>
        <p:spPr>
          <a:xfrm>
            <a:off x="2568327" y="665041"/>
            <a:ext cx="6074228" cy="686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BRANCH OPERATIONS IN GITHUB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5F9BD1-49BC-8605-2515-4628766BB42D}"/>
              </a:ext>
            </a:extLst>
          </p:cNvPr>
          <p:cNvSpPr/>
          <p:nvPr/>
        </p:nvSpPr>
        <p:spPr>
          <a:xfrm>
            <a:off x="6002215" y="3988015"/>
            <a:ext cx="5093110" cy="2166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 new code or features without affecting the main branch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Fix bugs and improve existing functionality safely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Edit files and commit changes with clear message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 and test your code within branch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 for errors, bugs, or unexpected behavior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Keep your changes focused and related to one task</a:t>
            </a:r>
          </a:p>
          <a:p>
            <a:pPr marL="285750" indent="-285750">
              <a:buFont typeface="Courier New" panose="02070309020205020404" pitchFamily="49" charset="0"/>
              <a:buChar char="o"/>
              <a:tabLst>
                <a:tab pos="57150" algn="l"/>
              </a:tabLst>
            </a:pP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You can merge a branch into another branch when work is complete</a:t>
            </a:r>
          </a:p>
        </p:txBody>
      </p:sp>
    </p:spTree>
    <p:extLst>
      <p:ext uri="{BB962C8B-B14F-4D97-AF65-F5344CB8AC3E}">
        <p14:creationId xmlns:p14="http://schemas.microsoft.com/office/powerpoint/2010/main" val="128927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5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5B894E-F083-0AA7-B4ED-05451F28B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" r="22259" b="14159"/>
          <a:stretch>
            <a:fillRect/>
          </a:stretch>
        </p:blipFill>
        <p:spPr>
          <a:xfrm>
            <a:off x="1131476" y="1515134"/>
            <a:ext cx="4177943" cy="2796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E64D6-C5C4-F641-6D85-39968328B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" t="3227" r="708" b="22700"/>
          <a:stretch>
            <a:fillRect/>
          </a:stretch>
        </p:blipFill>
        <p:spPr>
          <a:xfrm>
            <a:off x="783574" y="4411283"/>
            <a:ext cx="4879103" cy="1665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759888-3951-4A23-6AB3-D5C04833C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0" t="8027" r="1617"/>
          <a:stretch>
            <a:fillRect/>
          </a:stretch>
        </p:blipFill>
        <p:spPr>
          <a:xfrm>
            <a:off x="6610471" y="1484671"/>
            <a:ext cx="4335957" cy="28268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85BEB5-B0D9-0477-1569-17D6617255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9" t="72653" r="27369" b="8027"/>
          <a:stretch>
            <a:fillRect/>
          </a:stretch>
        </p:blipFill>
        <p:spPr>
          <a:xfrm>
            <a:off x="6221374" y="4493341"/>
            <a:ext cx="4956833" cy="15829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C9970E-7130-4192-0D0E-B165E68285CA}"/>
              </a:ext>
            </a:extLst>
          </p:cNvPr>
          <p:cNvSpPr/>
          <p:nvPr/>
        </p:nvSpPr>
        <p:spPr>
          <a:xfrm>
            <a:off x="2891034" y="699298"/>
            <a:ext cx="6074228" cy="60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CREATING AND MERGING PULL REQUEST</a:t>
            </a:r>
          </a:p>
        </p:txBody>
      </p:sp>
    </p:spTree>
    <p:extLst>
      <p:ext uri="{BB962C8B-B14F-4D97-AF65-F5344CB8AC3E}">
        <p14:creationId xmlns:p14="http://schemas.microsoft.com/office/powerpoint/2010/main" val="327473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A1C209A-DC51-466A-A631-B10503A0158D}"/>
              </a:ext>
            </a:extLst>
          </p:cNvPr>
          <p:cNvSpPr/>
          <p:nvPr/>
        </p:nvSpPr>
        <p:spPr>
          <a:xfrm>
            <a:off x="5261428" y="2621280"/>
            <a:ext cx="963505" cy="806580"/>
          </a:xfrm>
          <a:custGeom>
            <a:avLst/>
            <a:gdLst>
              <a:gd name="connsiteX0" fmla="*/ 567295 w 994299"/>
              <a:gd name="connsiteY0" fmla="*/ 0 h 855682"/>
              <a:gd name="connsiteX1" fmla="*/ 898795 w 994299"/>
              <a:gd name="connsiteY1" fmla="*/ 69040 h 855682"/>
              <a:gd name="connsiteX2" fmla="*/ 994299 w 994299"/>
              <a:gd name="connsiteY2" fmla="*/ 122515 h 855682"/>
              <a:gd name="connsiteX3" fmla="*/ 554354 w 994299"/>
              <a:gd name="connsiteY3" fmla="*/ 855682 h 855682"/>
              <a:gd name="connsiteX4" fmla="*/ 460440 w 994299"/>
              <a:gd name="connsiteY4" fmla="*/ 855682 h 855682"/>
              <a:gd name="connsiteX5" fmla="*/ 0 w 994299"/>
              <a:gd name="connsiteY5" fmla="*/ 227606 h 855682"/>
              <a:gd name="connsiteX6" fmla="*/ 91131 w 994299"/>
              <a:gd name="connsiteY6" fmla="*/ 150041 h 855682"/>
              <a:gd name="connsiteX7" fmla="*/ 567295 w 994299"/>
              <a:gd name="connsiteY7" fmla="*/ 0 h 85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4299" h="855682">
                <a:moveTo>
                  <a:pt x="567295" y="0"/>
                </a:moveTo>
                <a:cubicBezTo>
                  <a:pt x="684883" y="0"/>
                  <a:pt x="796905" y="24584"/>
                  <a:pt x="898795" y="69040"/>
                </a:cubicBezTo>
                <a:lnTo>
                  <a:pt x="994299" y="122515"/>
                </a:lnTo>
                <a:lnTo>
                  <a:pt x="554354" y="855682"/>
                </a:lnTo>
                <a:lnTo>
                  <a:pt x="460440" y="855682"/>
                </a:lnTo>
                <a:lnTo>
                  <a:pt x="0" y="227606"/>
                </a:lnTo>
                <a:lnTo>
                  <a:pt x="91131" y="150041"/>
                </a:lnTo>
                <a:cubicBezTo>
                  <a:pt x="227055" y="55313"/>
                  <a:pt x="390913" y="0"/>
                  <a:pt x="567295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0430A37-A1EA-4A6B-8AAF-98798B3C39E7}"/>
              </a:ext>
            </a:extLst>
          </p:cNvPr>
          <p:cNvSpPr/>
          <p:nvPr/>
        </p:nvSpPr>
        <p:spPr>
          <a:xfrm>
            <a:off x="5792184" y="2727903"/>
            <a:ext cx="776352" cy="672606"/>
          </a:xfrm>
          <a:custGeom>
            <a:avLst/>
            <a:gdLst>
              <a:gd name="connsiteX0" fmla="*/ 426536 w 810151"/>
              <a:gd name="connsiteY0" fmla="*/ 0 h 710821"/>
              <a:gd name="connsiteX1" fmla="*/ 435787 w 810151"/>
              <a:gd name="connsiteY1" fmla="*/ 5180 h 710821"/>
              <a:gd name="connsiteX2" fmla="*/ 806873 w 810151"/>
              <a:gd name="connsiteY2" fmla="*/ 643854 h 710821"/>
              <a:gd name="connsiteX3" fmla="*/ 810151 w 810151"/>
              <a:gd name="connsiteY3" fmla="*/ 710821 h 710821"/>
              <a:gd name="connsiteX4" fmla="*/ 0 w 810151"/>
              <a:gd name="connsiteY4" fmla="*/ 710821 h 710821"/>
              <a:gd name="connsiteX5" fmla="*/ 426536 w 810151"/>
              <a:gd name="connsiteY5" fmla="*/ 0 h 710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0151" h="710821">
                <a:moveTo>
                  <a:pt x="426536" y="0"/>
                </a:moveTo>
                <a:lnTo>
                  <a:pt x="435787" y="5180"/>
                </a:lnTo>
                <a:cubicBezTo>
                  <a:pt x="639673" y="147272"/>
                  <a:pt x="780706" y="378049"/>
                  <a:pt x="806873" y="643854"/>
                </a:cubicBezTo>
                <a:lnTo>
                  <a:pt x="810151" y="710821"/>
                </a:lnTo>
                <a:lnTo>
                  <a:pt x="0" y="710821"/>
                </a:lnTo>
                <a:lnTo>
                  <a:pt x="42653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32CA7AF-B15D-40A5-8B41-415E2910481A}"/>
              </a:ext>
            </a:extLst>
          </p:cNvPr>
          <p:cNvSpPr/>
          <p:nvPr/>
        </p:nvSpPr>
        <p:spPr>
          <a:xfrm>
            <a:off x="5041979" y="2811128"/>
            <a:ext cx="686985" cy="545489"/>
          </a:xfrm>
          <a:custGeom>
            <a:avLst/>
            <a:gdLst>
              <a:gd name="connsiteX0" fmla="*/ 248326 w 686985"/>
              <a:gd name="connsiteY0" fmla="*/ 0 h 598366"/>
              <a:gd name="connsiteX1" fmla="*/ 686985 w 686985"/>
              <a:gd name="connsiteY1" fmla="*/ 598366 h 598366"/>
              <a:gd name="connsiteX2" fmla="*/ 0 w 686985"/>
              <a:gd name="connsiteY2" fmla="*/ 598366 h 598366"/>
              <a:gd name="connsiteX3" fmla="*/ 3278 w 686985"/>
              <a:gd name="connsiteY3" fmla="*/ 531399 h 598366"/>
              <a:gd name="connsiteX4" fmla="*/ 248323 w 686985"/>
              <a:gd name="connsiteY4" fmla="*/ 3 h 598366"/>
              <a:gd name="connsiteX5" fmla="*/ 248326 w 686985"/>
              <a:gd name="connsiteY5" fmla="*/ 0 h 598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85" h="598366">
                <a:moveTo>
                  <a:pt x="248326" y="0"/>
                </a:moveTo>
                <a:lnTo>
                  <a:pt x="686985" y="598366"/>
                </a:lnTo>
                <a:lnTo>
                  <a:pt x="0" y="598366"/>
                </a:lnTo>
                <a:lnTo>
                  <a:pt x="3278" y="531399"/>
                </a:lnTo>
                <a:cubicBezTo>
                  <a:pt x="23631" y="324661"/>
                  <a:pt x="113470" y="139114"/>
                  <a:pt x="248323" y="3"/>
                </a:cubicBezTo>
                <a:lnTo>
                  <a:pt x="2483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00EFAF6-DF8C-49BC-BF6B-69AE5FAEEBA0}"/>
              </a:ext>
            </a:extLst>
          </p:cNvPr>
          <p:cNvSpPr/>
          <p:nvPr/>
        </p:nvSpPr>
        <p:spPr>
          <a:xfrm>
            <a:off x="5038566" y="3356619"/>
            <a:ext cx="769800" cy="651502"/>
          </a:xfrm>
          <a:custGeom>
            <a:avLst/>
            <a:gdLst>
              <a:gd name="connsiteX0" fmla="*/ 0 w 769800"/>
              <a:gd name="connsiteY0" fmla="*/ 0 h 710821"/>
              <a:gd name="connsiteX1" fmla="*/ 720502 w 769800"/>
              <a:gd name="connsiteY1" fmla="*/ 0 h 710821"/>
              <a:gd name="connsiteX2" fmla="*/ 769800 w 769800"/>
              <a:gd name="connsiteY2" fmla="*/ 67247 h 710821"/>
              <a:gd name="connsiteX3" fmla="*/ 383617 w 769800"/>
              <a:gd name="connsiteY3" fmla="*/ 710821 h 710821"/>
              <a:gd name="connsiteX4" fmla="*/ 374364 w 769800"/>
              <a:gd name="connsiteY4" fmla="*/ 705640 h 710821"/>
              <a:gd name="connsiteX5" fmla="*/ 3278 w 769800"/>
              <a:gd name="connsiteY5" fmla="*/ 66966 h 710821"/>
              <a:gd name="connsiteX6" fmla="*/ 0 w 769800"/>
              <a:gd name="connsiteY6" fmla="*/ 0 h 710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9800" h="710821">
                <a:moveTo>
                  <a:pt x="0" y="0"/>
                </a:moveTo>
                <a:lnTo>
                  <a:pt x="720502" y="0"/>
                </a:lnTo>
                <a:lnTo>
                  <a:pt x="769800" y="67247"/>
                </a:lnTo>
                <a:lnTo>
                  <a:pt x="383617" y="710821"/>
                </a:lnTo>
                <a:lnTo>
                  <a:pt x="374364" y="705640"/>
                </a:lnTo>
                <a:cubicBezTo>
                  <a:pt x="170479" y="563548"/>
                  <a:pt x="29446" y="332772"/>
                  <a:pt x="3278" y="6696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7DC1E05-7313-4425-B31A-6212669432B5}"/>
              </a:ext>
            </a:extLst>
          </p:cNvPr>
          <p:cNvSpPr/>
          <p:nvPr/>
        </p:nvSpPr>
        <p:spPr>
          <a:xfrm>
            <a:off x="5726389" y="3370286"/>
            <a:ext cx="842146" cy="672606"/>
          </a:xfrm>
          <a:custGeom>
            <a:avLst/>
            <a:gdLst>
              <a:gd name="connsiteX0" fmla="*/ 38836 w 876421"/>
              <a:gd name="connsiteY0" fmla="*/ 0 h 718423"/>
              <a:gd name="connsiteX1" fmla="*/ 876421 w 876421"/>
              <a:gd name="connsiteY1" fmla="*/ 0 h 718423"/>
              <a:gd name="connsiteX2" fmla="*/ 873143 w 876421"/>
              <a:gd name="connsiteY2" fmla="*/ 66966 h 718423"/>
              <a:gd name="connsiteX3" fmla="*/ 502057 w 876421"/>
              <a:gd name="connsiteY3" fmla="*/ 705640 h 718423"/>
              <a:gd name="connsiteX4" fmla="*/ 479227 w 876421"/>
              <a:gd name="connsiteY4" fmla="*/ 718423 h 718423"/>
              <a:gd name="connsiteX5" fmla="*/ 0 w 876421"/>
              <a:gd name="connsiteY5" fmla="*/ 64720 h 718423"/>
              <a:gd name="connsiteX6" fmla="*/ 38836 w 876421"/>
              <a:gd name="connsiteY6" fmla="*/ 0 h 71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6421" h="718423">
                <a:moveTo>
                  <a:pt x="38836" y="0"/>
                </a:moveTo>
                <a:lnTo>
                  <a:pt x="876421" y="0"/>
                </a:lnTo>
                <a:lnTo>
                  <a:pt x="873143" y="66966"/>
                </a:lnTo>
                <a:cubicBezTo>
                  <a:pt x="846976" y="332772"/>
                  <a:pt x="705943" y="563548"/>
                  <a:pt x="502057" y="705640"/>
                </a:cubicBezTo>
                <a:lnTo>
                  <a:pt x="479227" y="718423"/>
                </a:lnTo>
                <a:lnTo>
                  <a:pt x="0" y="64720"/>
                </a:lnTo>
                <a:lnTo>
                  <a:pt x="3883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E895D26-A808-44F1-88FC-FDC6DE958838}"/>
              </a:ext>
            </a:extLst>
          </p:cNvPr>
          <p:cNvSpPr/>
          <p:nvPr/>
        </p:nvSpPr>
        <p:spPr>
          <a:xfrm>
            <a:off x="5385680" y="3387370"/>
            <a:ext cx="852911" cy="731490"/>
          </a:xfrm>
          <a:custGeom>
            <a:avLst/>
            <a:gdLst>
              <a:gd name="connsiteX0" fmla="*/ 375593 w 840145"/>
              <a:gd name="connsiteY0" fmla="*/ 0 h 748440"/>
              <a:gd name="connsiteX1" fmla="*/ 840145 w 840145"/>
              <a:gd name="connsiteY1" fmla="*/ 633686 h 748440"/>
              <a:gd name="connsiteX2" fmla="*/ 758501 w 840145"/>
              <a:gd name="connsiteY2" fmla="*/ 679400 h 748440"/>
              <a:gd name="connsiteX3" fmla="*/ 427001 w 840145"/>
              <a:gd name="connsiteY3" fmla="*/ 748440 h 748440"/>
              <a:gd name="connsiteX4" fmla="*/ 95501 w 840145"/>
              <a:gd name="connsiteY4" fmla="*/ 679400 h 748440"/>
              <a:gd name="connsiteX5" fmla="*/ 0 w 840145"/>
              <a:gd name="connsiteY5" fmla="*/ 625926 h 748440"/>
              <a:gd name="connsiteX6" fmla="*/ 375593 w 840145"/>
              <a:gd name="connsiteY6" fmla="*/ 0 h 748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145" h="748440">
                <a:moveTo>
                  <a:pt x="375593" y="0"/>
                </a:moveTo>
                <a:lnTo>
                  <a:pt x="840145" y="633686"/>
                </a:lnTo>
                <a:lnTo>
                  <a:pt x="758501" y="679400"/>
                </a:lnTo>
                <a:cubicBezTo>
                  <a:pt x="656611" y="723857"/>
                  <a:pt x="544589" y="748440"/>
                  <a:pt x="427001" y="748440"/>
                </a:cubicBezTo>
                <a:cubicBezTo>
                  <a:pt x="309413" y="748440"/>
                  <a:pt x="197391" y="723857"/>
                  <a:pt x="95501" y="679400"/>
                </a:cubicBezTo>
                <a:lnTo>
                  <a:pt x="0" y="625926"/>
                </a:lnTo>
                <a:lnTo>
                  <a:pt x="375593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CF2A88E-6233-41FE-91B4-E009EDD09E93}"/>
              </a:ext>
            </a:extLst>
          </p:cNvPr>
          <p:cNvSpPr/>
          <p:nvPr/>
        </p:nvSpPr>
        <p:spPr>
          <a:xfrm>
            <a:off x="2708775" y="643322"/>
            <a:ext cx="4477151" cy="2697922"/>
          </a:xfrm>
          <a:custGeom>
            <a:avLst/>
            <a:gdLst>
              <a:gd name="connsiteX0" fmla="*/ 2993579 w 4477151"/>
              <a:gd name="connsiteY0" fmla="*/ 0 h 2711376"/>
              <a:gd name="connsiteX1" fmla="*/ 4420798 w 4477151"/>
              <a:gd name="connsiteY1" fmla="*/ 330007 h 2711376"/>
              <a:gd name="connsiteX2" fmla="*/ 4477151 w 4477151"/>
              <a:gd name="connsiteY2" fmla="*/ 361269 h 2711376"/>
              <a:gd name="connsiteX3" fmla="*/ 3506890 w 4477151"/>
              <a:gd name="connsiteY3" fmla="*/ 1978209 h 2711376"/>
              <a:gd name="connsiteX4" fmla="*/ 3411386 w 4477151"/>
              <a:gd name="connsiteY4" fmla="*/ 1924734 h 2711376"/>
              <a:gd name="connsiteX5" fmla="*/ 3079886 w 4477151"/>
              <a:gd name="connsiteY5" fmla="*/ 1855694 h 2711376"/>
              <a:gd name="connsiteX6" fmla="*/ 2603722 w 4477151"/>
              <a:gd name="connsiteY6" fmla="*/ 2005735 h 2711376"/>
              <a:gd name="connsiteX7" fmla="*/ 2512591 w 4477151"/>
              <a:gd name="connsiteY7" fmla="*/ 2083300 h 2711376"/>
              <a:gd name="connsiteX8" fmla="*/ 1333453 w 4477151"/>
              <a:gd name="connsiteY8" fmla="*/ 474862 h 2711376"/>
              <a:gd name="connsiteX9" fmla="*/ 1296581 w 4477151"/>
              <a:gd name="connsiteY9" fmla="*/ 501892 h 2711376"/>
              <a:gd name="connsiteX10" fmla="*/ 2477684 w 4477151"/>
              <a:gd name="connsiteY10" fmla="*/ 2113010 h 2711376"/>
              <a:gd name="connsiteX11" fmla="*/ 2477681 w 4477151"/>
              <a:gd name="connsiteY11" fmla="*/ 2113013 h 2711376"/>
              <a:gd name="connsiteX12" fmla="*/ 2232636 w 4477151"/>
              <a:gd name="connsiteY12" fmla="*/ 2644409 h 2711376"/>
              <a:gd name="connsiteX13" fmla="*/ 2229358 w 4477151"/>
              <a:gd name="connsiteY13" fmla="*/ 2711376 h 2711376"/>
              <a:gd name="connsiteX14" fmla="*/ 0 w 4477151"/>
              <a:gd name="connsiteY14" fmla="*/ 2711376 h 2711376"/>
              <a:gd name="connsiteX15" fmla="*/ 3263 w 4477151"/>
              <a:gd name="connsiteY15" fmla="*/ 2593532 h 2711376"/>
              <a:gd name="connsiteX16" fmla="*/ 2993579 w 4477151"/>
              <a:gd name="connsiteY16" fmla="*/ 0 h 271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77151" h="2711376">
                <a:moveTo>
                  <a:pt x="2993579" y="0"/>
                </a:moveTo>
                <a:cubicBezTo>
                  <a:pt x="3510347" y="0"/>
                  <a:pt x="3996539" y="119547"/>
                  <a:pt x="4420798" y="330007"/>
                </a:cubicBezTo>
                <a:lnTo>
                  <a:pt x="4477151" y="361269"/>
                </a:lnTo>
                <a:lnTo>
                  <a:pt x="3506890" y="1978209"/>
                </a:lnTo>
                <a:lnTo>
                  <a:pt x="3411386" y="1924734"/>
                </a:lnTo>
                <a:cubicBezTo>
                  <a:pt x="3309496" y="1880278"/>
                  <a:pt x="3197474" y="1855694"/>
                  <a:pt x="3079886" y="1855694"/>
                </a:cubicBezTo>
                <a:cubicBezTo>
                  <a:pt x="2903504" y="1855694"/>
                  <a:pt x="2739646" y="1911007"/>
                  <a:pt x="2603722" y="2005735"/>
                </a:cubicBezTo>
                <a:lnTo>
                  <a:pt x="2512591" y="2083300"/>
                </a:lnTo>
                <a:lnTo>
                  <a:pt x="1333453" y="474862"/>
                </a:lnTo>
                <a:lnTo>
                  <a:pt x="1296581" y="501892"/>
                </a:lnTo>
                <a:lnTo>
                  <a:pt x="2477684" y="2113010"/>
                </a:lnTo>
                <a:lnTo>
                  <a:pt x="2477681" y="2113013"/>
                </a:lnTo>
                <a:cubicBezTo>
                  <a:pt x="2342828" y="2252124"/>
                  <a:pt x="2252989" y="2437671"/>
                  <a:pt x="2232636" y="2644409"/>
                </a:cubicBezTo>
                <a:lnTo>
                  <a:pt x="2229358" y="2711376"/>
                </a:lnTo>
                <a:lnTo>
                  <a:pt x="0" y="2711376"/>
                </a:lnTo>
                <a:lnTo>
                  <a:pt x="3263" y="2593532"/>
                </a:lnTo>
                <a:cubicBezTo>
                  <a:pt x="83457" y="1148844"/>
                  <a:pt x="1391598" y="0"/>
                  <a:pt x="2993579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B2391EA-BB2E-4189-80CF-658126A3C2C5}"/>
              </a:ext>
            </a:extLst>
          </p:cNvPr>
          <p:cNvSpPr/>
          <p:nvPr/>
        </p:nvSpPr>
        <p:spPr>
          <a:xfrm>
            <a:off x="6266309" y="1042370"/>
            <a:ext cx="2460248" cy="2327915"/>
          </a:xfrm>
          <a:custGeom>
            <a:avLst/>
            <a:gdLst>
              <a:gd name="connsiteX0" fmla="*/ 970354 w 2440359"/>
              <a:gd name="connsiteY0" fmla="*/ 0 h 2327915"/>
              <a:gd name="connsiteX1" fmla="*/ 1120873 w 2440359"/>
              <a:gd name="connsiteY1" fmla="*/ 83503 h 2327915"/>
              <a:gd name="connsiteX2" fmla="*/ 2437096 w 2440359"/>
              <a:gd name="connsiteY2" fmla="*/ 2210071 h 2327915"/>
              <a:gd name="connsiteX3" fmla="*/ 2440359 w 2440359"/>
              <a:gd name="connsiteY3" fmla="*/ 2327915 h 2327915"/>
              <a:gd name="connsiteX4" fmla="*/ 383615 w 2440359"/>
              <a:gd name="connsiteY4" fmla="*/ 2327915 h 2327915"/>
              <a:gd name="connsiteX5" fmla="*/ 380337 w 2440359"/>
              <a:gd name="connsiteY5" fmla="*/ 2260948 h 2327915"/>
              <a:gd name="connsiteX6" fmla="*/ 9251 w 2440359"/>
              <a:gd name="connsiteY6" fmla="*/ 1622274 h 2327915"/>
              <a:gd name="connsiteX7" fmla="*/ 0 w 2440359"/>
              <a:gd name="connsiteY7" fmla="*/ 1617094 h 2327915"/>
              <a:gd name="connsiteX8" fmla="*/ 970354 w 2440359"/>
              <a:gd name="connsiteY8" fmla="*/ 0 h 232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0359" h="2327915">
                <a:moveTo>
                  <a:pt x="970354" y="0"/>
                </a:moveTo>
                <a:lnTo>
                  <a:pt x="1120873" y="83503"/>
                </a:lnTo>
                <a:cubicBezTo>
                  <a:pt x="1877515" y="550297"/>
                  <a:pt x="2387945" y="1324617"/>
                  <a:pt x="2437096" y="2210071"/>
                </a:cubicBezTo>
                <a:lnTo>
                  <a:pt x="2440359" y="2327915"/>
                </a:lnTo>
                <a:lnTo>
                  <a:pt x="383615" y="2327915"/>
                </a:lnTo>
                <a:lnTo>
                  <a:pt x="380337" y="2260948"/>
                </a:lnTo>
                <a:cubicBezTo>
                  <a:pt x="354170" y="1995143"/>
                  <a:pt x="213137" y="1764366"/>
                  <a:pt x="9251" y="1622274"/>
                </a:cubicBezTo>
                <a:lnTo>
                  <a:pt x="0" y="1617094"/>
                </a:lnTo>
                <a:lnTo>
                  <a:pt x="970354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10C9FB5-ED4D-4ED0-9B9B-2E312A18448D}"/>
              </a:ext>
            </a:extLst>
          </p:cNvPr>
          <p:cNvSpPr/>
          <p:nvPr/>
        </p:nvSpPr>
        <p:spPr>
          <a:xfrm>
            <a:off x="2710061" y="3439447"/>
            <a:ext cx="5987158" cy="2780482"/>
          </a:xfrm>
          <a:custGeom>
            <a:avLst/>
            <a:gdLst>
              <a:gd name="connsiteX0" fmla="*/ 0 w 5987158"/>
              <a:gd name="connsiteY0" fmla="*/ 0 h 2711375"/>
              <a:gd name="connsiteX1" fmla="*/ 2229358 w 5987158"/>
              <a:gd name="connsiteY1" fmla="*/ 0 h 2711375"/>
              <a:gd name="connsiteX2" fmla="*/ 2232636 w 5987158"/>
              <a:gd name="connsiteY2" fmla="*/ 66966 h 2711375"/>
              <a:gd name="connsiteX3" fmla="*/ 2603722 w 5987158"/>
              <a:gd name="connsiteY3" fmla="*/ 705640 h 2711375"/>
              <a:gd name="connsiteX4" fmla="*/ 2612975 w 5987158"/>
              <a:gd name="connsiteY4" fmla="*/ 710821 h 2711375"/>
              <a:gd name="connsiteX5" fmla="*/ 1619810 w 5987158"/>
              <a:gd name="connsiteY5" fmla="*/ 2365929 h 2711375"/>
              <a:gd name="connsiteX6" fmla="*/ 1659013 w 5987158"/>
              <a:gd name="connsiteY6" fmla="*/ 2389453 h 2711375"/>
              <a:gd name="connsiteX7" fmla="*/ 2652885 w 5987158"/>
              <a:gd name="connsiteY7" fmla="*/ 733167 h 2711375"/>
              <a:gd name="connsiteX8" fmla="*/ 2748386 w 5987158"/>
              <a:gd name="connsiteY8" fmla="*/ 786641 h 2711375"/>
              <a:gd name="connsiteX9" fmla="*/ 3079886 w 5987158"/>
              <a:gd name="connsiteY9" fmla="*/ 855681 h 2711375"/>
              <a:gd name="connsiteX10" fmla="*/ 3411386 w 5987158"/>
              <a:gd name="connsiteY10" fmla="*/ 786641 h 2711375"/>
              <a:gd name="connsiteX11" fmla="*/ 3493030 w 5987158"/>
              <a:gd name="connsiteY11" fmla="*/ 740927 h 2711375"/>
              <a:gd name="connsiteX12" fmla="*/ 4589438 w 5987158"/>
              <a:gd name="connsiteY12" fmla="*/ 2236515 h 2711375"/>
              <a:gd name="connsiteX13" fmla="*/ 4626310 w 5987158"/>
              <a:gd name="connsiteY13" fmla="*/ 2209484 h 2711375"/>
              <a:gd name="connsiteX14" fmla="*/ 3533220 w 5987158"/>
              <a:gd name="connsiteY14" fmla="*/ 718423 h 2711375"/>
              <a:gd name="connsiteX15" fmla="*/ 3556050 w 5987158"/>
              <a:gd name="connsiteY15" fmla="*/ 705640 h 2711375"/>
              <a:gd name="connsiteX16" fmla="*/ 3927136 w 5987158"/>
              <a:gd name="connsiteY16" fmla="*/ 66966 h 2711375"/>
              <a:gd name="connsiteX17" fmla="*/ 3930414 w 5987158"/>
              <a:gd name="connsiteY17" fmla="*/ 0 h 2711375"/>
              <a:gd name="connsiteX18" fmla="*/ 5987158 w 5987158"/>
              <a:gd name="connsiteY18" fmla="*/ 0 h 2711375"/>
              <a:gd name="connsiteX19" fmla="*/ 5983895 w 5987158"/>
              <a:gd name="connsiteY19" fmla="*/ 117843 h 2711375"/>
              <a:gd name="connsiteX20" fmla="*/ 2993579 w 5987158"/>
              <a:gd name="connsiteY20" fmla="*/ 2711375 h 2711375"/>
              <a:gd name="connsiteX21" fmla="*/ 3263 w 5987158"/>
              <a:gd name="connsiteY21" fmla="*/ 117843 h 2711375"/>
              <a:gd name="connsiteX22" fmla="*/ 0 w 5987158"/>
              <a:gd name="connsiteY22" fmla="*/ 0 h 271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987158" h="2711375">
                <a:moveTo>
                  <a:pt x="0" y="0"/>
                </a:moveTo>
                <a:lnTo>
                  <a:pt x="2229358" y="0"/>
                </a:lnTo>
                <a:lnTo>
                  <a:pt x="2232636" y="66966"/>
                </a:lnTo>
                <a:cubicBezTo>
                  <a:pt x="2258804" y="332772"/>
                  <a:pt x="2399837" y="563548"/>
                  <a:pt x="2603722" y="705640"/>
                </a:cubicBezTo>
                <a:lnTo>
                  <a:pt x="2612975" y="710821"/>
                </a:lnTo>
                <a:lnTo>
                  <a:pt x="1619810" y="2365929"/>
                </a:lnTo>
                <a:lnTo>
                  <a:pt x="1659013" y="2389453"/>
                </a:lnTo>
                <a:lnTo>
                  <a:pt x="2652885" y="733167"/>
                </a:lnTo>
                <a:lnTo>
                  <a:pt x="2748386" y="786641"/>
                </a:lnTo>
                <a:cubicBezTo>
                  <a:pt x="2850276" y="831098"/>
                  <a:pt x="2962298" y="855681"/>
                  <a:pt x="3079886" y="855681"/>
                </a:cubicBezTo>
                <a:cubicBezTo>
                  <a:pt x="3197474" y="855681"/>
                  <a:pt x="3309496" y="831098"/>
                  <a:pt x="3411386" y="786641"/>
                </a:cubicBezTo>
                <a:lnTo>
                  <a:pt x="3493030" y="740927"/>
                </a:lnTo>
                <a:lnTo>
                  <a:pt x="4589438" y="2236515"/>
                </a:lnTo>
                <a:lnTo>
                  <a:pt x="4626310" y="2209484"/>
                </a:lnTo>
                <a:lnTo>
                  <a:pt x="3533220" y="718423"/>
                </a:lnTo>
                <a:lnTo>
                  <a:pt x="3556050" y="705640"/>
                </a:lnTo>
                <a:cubicBezTo>
                  <a:pt x="3759936" y="563548"/>
                  <a:pt x="3900969" y="332772"/>
                  <a:pt x="3927136" y="66966"/>
                </a:cubicBezTo>
                <a:lnTo>
                  <a:pt x="3930414" y="0"/>
                </a:lnTo>
                <a:lnTo>
                  <a:pt x="5987158" y="0"/>
                </a:lnTo>
                <a:lnTo>
                  <a:pt x="5983895" y="117843"/>
                </a:lnTo>
                <a:cubicBezTo>
                  <a:pt x="5903701" y="1562531"/>
                  <a:pt x="4595560" y="2711375"/>
                  <a:pt x="2993579" y="2711375"/>
                </a:cubicBezTo>
                <a:cubicBezTo>
                  <a:pt x="1391598" y="2711375"/>
                  <a:pt x="83457" y="1562531"/>
                  <a:pt x="3263" y="11784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36834E-78BD-40A5-BE77-7A5CA43760F7}"/>
              </a:ext>
            </a:extLst>
          </p:cNvPr>
          <p:cNvSpPr txBox="1"/>
          <p:nvPr/>
        </p:nvSpPr>
        <p:spPr>
          <a:xfrm>
            <a:off x="4947351" y="2985739"/>
            <a:ext cx="1689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Collaboration             Features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A06BB6-AA31-4C22-AE33-6238022D7740}"/>
              </a:ext>
            </a:extLst>
          </p:cNvPr>
          <p:cNvSpPr txBox="1"/>
          <p:nvPr/>
        </p:nvSpPr>
        <p:spPr>
          <a:xfrm>
            <a:off x="4772177" y="924780"/>
            <a:ext cx="1819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1.Pull Requests :</a:t>
            </a:r>
            <a:br>
              <a:rPr lang="en-US" dirty="0"/>
            </a:br>
            <a:r>
              <a:rPr lang="en-US" dirty="0"/>
              <a:t>Review, discuss, and approve code before merging.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144D8D-CEB2-493A-9608-41733487EEE0}"/>
              </a:ext>
            </a:extLst>
          </p:cNvPr>
          <p:cNvSpPr txBox="1"/>
          <p:nvPr/>
        </p:nvSpPr>
        <p:spPr>
          <a:xfrm rot="19323444">
            <a:off x="6458891" y="1616527"/>
            <a:ext cx="21476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en-US" sz="1600" b="1" dirty="0"/>
              <a:t>.Code Reviews &amp; Comments:</a:t>
            </a:r>
            <a:br>
              <a:rPr lang="en-US" sz="1600" dirty="0"/>
            </a:br>
            <a:r>
              <a:rPr lang="en-US" sz="1600" dirty="0"/>
              <a:t>Team members give feedback directly on code lines.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89DB03-4011-495A-B613-320D1A3BF889}"/>
              </a:ext>
            </a:extLst>
          </p:cNvPr>
          <p:cNvSpPr txBox="1"/>
          <p:nvPr/>
        </p:nvSpPr>
        <p:spPr>
          <a:xfrm>
            <a:off x="6863201" y="3387370"/>
            <a:ext cx="15621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r>
              <a:rPr lang="en-US" sz="1600" b="1" dirty="0"/>
              <a:t>.Issues &amp; Project Boards:</a:t>
            </a:r>
            <a:br>
              <a:rPr lang="en-US" sz="1600" dirty="0"/>
            </a:br>
            <a:r>
              <a:rPr lang="en-US" sz="1600" dirty="0"/>
              <a:t>Track bugs, assign tasks, and manage workflow visually.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579308-0068-478E-923E-01DD6C842C35}"/>
              </a:ext>
            </a:extLst>
          </p:cNvPr>
          <p:cNvSpPr txBox="1"/>
          <p:nvPr/>
        </p:nvSpPr>
        <p:spPr>
          <a:xfrm>
            <a:off x="5346821" y="4295311"/>
            <a:ext cx="15621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</a:t>
            </a:r>
            <a:r>
              <a:rPr lang="en-US" sz="1600" b="1" dirty="0"/>
              <a:t>Branch Protection Rules:</a:t>
            </a:r>
            <a:br>
              <a:rPr lang="en-US" sz="1600" dirty="0"/>
            </a:br>
            <a:r>
              <a:rPr lang="en-US" sz="1600" dirty="0"/>
              <a:t>Prevent unauthorized changes; ensure quality control.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4819FD-0820-4D16-B742-2CE50EBF12AB}"/>
              </a:ext>
            </a:extLst>
          </p:cNvPr>
          <p:cNvSpPr txBox="1"/>
          <p:nvPr/>
        </p:nvSpPr>
        <p:spPr>
          <a:xfrm>
            <a:off x="3109106" y="3531228"/>
            <a:ext cx="21963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5.Forking &amp; Cloning:</a:t>
            </a:r>
            <a:br>
              <a:rPr lang="en-US" dirty="0"/>
            </a:br>
            <a:r>
              <a:rPr lang="en-US" dirty="0"/>
              <a:t>Work independently on copies and contribute via PRs.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58FAC0-8A57-4DDE-9277-1EE9FEB73B7C}"/>
              </a:ext>
            </a:extLst>
          </p:cNvPr>
          <p:cNvSpPr txBox="1"/>
          <p:nvPr/>
        </p:nvSpPr>
        <p:spPr>
          <a:xfrm rot="1801107">
            <a:off x="3013972" y="1991522"/>
            <a:ext cx="191803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r>
              <a:rPr lang="en-US" sz="1600" b="1" dirty="0"/>
              <a:t>.GitHub Actions :</a:t>
            </a:r>
            <a:br>
              <a:rPr lang="en-US" sz="1600" dirty="0"/>
            </a:br>
            <a:r>
              <a:rPr lang="en-US" sz="1600" dirty="0"/>
              <a:t>Automate testing, building, and deployment processes.</a:t>
            </a:r>
          </a:p>
        </p:txBody>
      </p:sp>
    </p:spTree>
    <p:extLst>
      <p:ext uri="{BB962C8B-B14F-4D97-AF65-F5344CB8AC3E}">
        <p14:creationId xmlns:p14="http://schemas.microsoft.com/office/powerpoint/2010/main" val="5453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8" grpId="0" animBg="1"/>
      <p:bldP spid="47" grpId="0" animBg="1"/>
      <p:bldP spid="42" grpId="0" animBg="1"/>
      <p:bldP spid="40" grpId="0" animBg="1"/>
      <p:bldP spid="38" grpId="0" animBg="1"/>
      <p:bldP spid="33" grpId="0" animBg="1"/>
      <p:bldP spid="52" grpId="0"/>
      <p:bldP spid="53" grpId="0"/>
      <p:bldP spid="56" grpId="0"/>
      <p:bldP spid="57" grpId="0"/>
      <p:bldP spid="58" grpId="0"/>
      <p:bldP spid="59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2F56B-91EB-4F9E-B946-A272D22FB0FF}"/>
              </a:ext>
            </a:extLst>
          </p:cNvPr>
          <p:cNvSpPr/>
          <p:nvPr/>
        </p:nvSpPr>
        <p:spPr>
          <a:xfrm>
            <a:off x="717629" y="1432161"/>
            <a:ext cx="3254417" cy="2303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1A3F4-72F1-4330-B680-E7E2666DE3B0}"/>
              </a:ext>
            </a:extLst>
          </p:cNvPr>
          <p:cNvSpPr/>
          <p:nvPr/>
        </p:nvSpPr>
        <p:spPr>
          <a:xfrm>
            <a:off x="4075494" y="1417897"/>
            <a:ext cx="3287210" cy="23033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4D38F-24F1-4B77-82E3-C1B8D878B30E}"/>
              </a:ext>
            </a:extLst>
          </p:cNvPr>
          <p:cNvSpPr/>
          <p:nvPr/>
        </p:nvSpPr>
        <p:spPr>
          <a:xfrm>
            <a:off x="7538979" y="1425077"/>
            <a:ext cx="3935392" cy="23033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A17E3-C662-4CC8-AD6F-193E8F8FE417}"/>
              </a:ext>
            </a:extLst>
          </p:cNvPr>
          <p:cNvSpPr/>
          <p:nvPr/>
        </p:nvSpPr>
        <p:spPr>
          <a:xfrm>
            <a:off x="717629" y="3845760"/>
            <a:ext cx="3254417" cy="24017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4388F-7E54-4006-BAA8-0D4C0D6EEF5B}"/>
              </a:ext>
            </a:extLst>
          </p:cNvPr>
          <p:cNvSpPr/>
          <p:nvPr/>
        </p:nvSpPr>
        <p:spPr>
          <a:xfrm>
            <a:off x="4098885" y="3816126"/>
            <a:ext cx="3287210" cy="240174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BE14D-3EFF-4543-84C7-D723A15AEFE5}"/>
              </a:ext>
            </a:extLst>
          </p:cNvPr>
          <p:cNvSpPr/>
          <p:nvPr/>
        </p:nvSpPr>
        <p:spPr>
          <a:xfrm>
            <a:off x="7526825" y="3816126"/>
            <a:ext cx="3987481" cy="24017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BFCF3-60DA-483A-8FDF-05AC928B46DD}"/>
              </a:ext>
            </a:extLst>
          </p:cNvPr>
          <p:cNvSpPr txBox="1"/>
          <p:nvPr/>
        </p:nvSpPr>
        <p:spPr>
          <a:xfrm>
            <a:off x="3892952" y="350677"/>
            <a:ext cx="6299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>
                <a:solidFill>
                  <a:schemeClr val="accent3">
                    <a:lumMod val="50000"/>
                  </a:schemeClr>
                </a:solidFill>
              </a:rPr>
              <a:t>command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06A646F-FC54-4CFE-901B-AF035CFCA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387" y="1473064"/>
            <a:ext cx="2285042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config --global user.name "Your Name"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config --global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user.email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"you@example.com"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7247A843-22D8-410E-B7ED-1CAEBF6A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542" y="1953541"/>
            <a:ext cx="263517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or Get a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clone &lt;repo-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27CA5AF-C2CD-4113-95F9-BF2C42C8E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419" y="4124645"/>
            <a:ext cx="220401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 &amp;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merge &lt;branch&gt;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pull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push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F2A7BEF4-E42A-40A0-8071-FB0084E3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462" y="4169445"/>
            <a:ext cx="240625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remote -v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remote add origin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5333D67-8B4C-4B69-8DEB-74666E470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3672" y="3939781"/>
            <a:ext cx="3220338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Undo / Fix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commit --amend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reset --hard &lt;commit&gt;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revert &lt;commit&gt;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stash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stash pop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5F7FDD2A-398E-45C6-ABE0-B6A077A4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830" y="1660513"/>
            <a:ext cx="266314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&amp; Track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status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add &lt;file&gt;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add 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git commit -m "message"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849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6" grpId="0"/>
      <p:bldP spid="17" grpId="0"/>
      <p:bldP spid="20" grpId="0"/>
      <p:bldP spid="21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31626-3D09-40D0-B3A1-6A0B5DE3F1F3}"/>
              </a:ext>
            </a:extLst>
          </p:cNvPr>
          <p:cNvGrpSpPr/>
          <p:nvPr/>
        </p:nvGrpSpPr>
        <p:grpSpPr>
          <a:xfrm rot="16200000">
            <a:off x="6333808" y="-4358158"/>
            <a:ext cx="11072100" cy="9872290"/>
            <a:chOff x="6424963" y="-5452481"/>
            <a:chExt cx="11072100" cy="9872290"/>
          </a:xfrm>
          <a:solidFill>
            <a:schemeClr val="bg1">
              <a:lumMod val="65000"/>
            </a:schemeClr>
          </a:solidFill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B6FFFAF3-4BCF-4BC3-BE94-C5C4A994962D}"/>
                </a:ext>
              </a:extLst>
            </p:cNvPr>
            <p:cNvSpPr/>
            <p:nvPr/>
          </p:nvSpPr>
          <p:spPr>
            <a:xfrm>
              <a:off x="7107725" y="-239400"/>
              <a:ext cx="4732021" cy="465920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0AD0FA47-E03A-4456-8B2F-95155D934596}"/>
                </a:ext>
              </a:extLst>
            </p:cNvPr>
            <p:cNvSpPr/>
            <p:nvPr/>
          </p:nvSpPr>
          <p:spPr>
            <a:xfrm rot="5400000">
              <a:off x="6802750" y="-5830268"/>
              <a:ext cx="4659209" cy="5414784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ardrop 4">
              <a:extLst>
                <a:ext uri="{FF2B5EF4-FFF2-40B4-BE49-F238E27FC236}">
                  <a16:creationId xmlns:a16="http://schemas.microsoft.com/office/drawing/2014/main" id="{C4B2C5C2-15C1-40DB-A2B2-C6CBFA2BBA71}"/>
                </a:ext>
              </a:extLst>
            </p:cNvPr>
            <p:cNvSpPr/>
            <p:nvPr/>
          </p:nvSpPr>
          <p:spPr>
            <a:xfrm rot="10800000">
              <a:off x="12605024" y="-5294274"/>
              <a:ext cx="4739640" cy="465921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ardrop 5">
              <a:extLst>
                <a:ext uri="{FF2B5EF4-FFF2-40B4-BE49-F238E27FC236}">
                  <a16:creationId xmlns:a16="http://schemas.microsoft.com/office/drawing/2014/main" id="{B151440D-70B3-4DEE-A24D-59669D78E98A}"/>
                </a:ext>
              </a:extLst>
            </p:cNvPr>
            <p:cNvSpPr/>
            <p:nvPr/>
          </p:nvSpPr>
          <p:spPr>
            <a:xfrm rot="16200000">
              <a:off x="12817431" y="-259823"/>
              <a:ext cx="4467225" cy="489203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765C965-55F9-4FAC-B75A-59BCEF0D0717}"/>
              </a:ext>
            </a:extLst>
          </p:cNvPr>
          <p:cNvSpPr txBox="1"/>
          <p:nvPr/>
        </p:nvSpPr>
        <p:spPr>
          <a:xfrm>
            <a:off x="7487585" y="1541770"/>
            <a:ext cx="4328160" cy="3046988"/>
          </a:xfrm>
          <a:prstGeom prst="rect">
            <a:avLst/>
          </a:prstGeom>
          <a:noFill/>
          <a:ln>
            <a:noFill/>
          </a:ln>
          <a:scene3d>
            <a:camera prst="perspectiveBelow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2">
                    <a:lumMod val="25000"/>
                  </a:schemeClr>
                </a:solidFill>
              </a:rPr>
              <a:t>  Real life uses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3B8AB-BA2C-4CFF-9F72-394BCCAE4F8D}"/>
              </a:ext>
            </a:extLst>
          </p:cNvPr>
          <p:cNvSpPr txBox="1"/>
          <p:nvPr/>
        </p:nvSpPr>
        <p:spPr>
          <a:xfrm>
            <a:off x="1325880" y="1097280"/>
            <a:ext cx="5607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Used by companies like </a:t>
            </a:r>
            <a:r>
              <a:rPr lang="en-US" sz="3200" b="1" dirty="0"/>
              <a:t>Google, Microsoft, Meta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 Helps in: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Open-source contributions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Group projects &amp; team coding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Continuous integration &amp; deployment (CI/CD)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Every developer maintains their own branch → less conflict</a:t>
            </a:r>
          </a:p>
        </p:txBody>
      </p:sp>
    </p:spTree>
    <p:extLst>
      <p:ext uri="{BB962C8B-B14F-4D97-AF65-F5344CB8AC3E}">
        <p14:creationId xmlns:p14="http://schemas.microsoft.com/office/powerpoint/2010/main" val="229971774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31626-3D09-40D0-B3A1-6A0B5DE3F1F3}"/>
              </a:ext>
            </a:extLst>
          </p:cNvPr>
          <p:cNvGrpSpPr/>
          <p:nvPr/>
        </p:nvGrpSpPr>
        <p:grpSpPr>
          <a:xfrm rot="10800000">
            <a:off x="6096000" y="-4600092"/>
            <a:ext cx="11182196" cy="10665226"/>
            <a:chOff x="7048503" y="-5814968"/>
            <a:chExt cx="11182196" cy="1066522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B6FFFAF3-4BCF-4BC3-BE94-C5C4A994962D}"/>
                </a:ext>
              </a:extLst>
            </p:cNvPr>
            <p:cNvSpPr/>
            <p:nvPr/>
          </p:nvSpPr>
          <p:spPr>
            <a:xfrm>
              <a:off x="7531327" y="191049"/>
              <a:ext cx="4732021" cy="465920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0AD0FA47-E03A-4456-8B2F-95155D934596}"/>
                </a:ext>
              </a:extLst>
            </p:cNvPr>
            <p:cNvSpPr/>
            <p:nvPr/>
          </p:nvSpPr>
          <p:spPr>
            <a:xfrm rot="5400000">
              <a:off x="7229687" y="-5161012"/>
              <a:ext cx="4659209" cy="5021578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ardrop 4">
              <a:extLst>
                <a:ext uri="{FF2B5EF4-FFF2-40B4-BE49-F238E27FC236}">
                  <a16:creationId xmlns:a16="http://schemas.microsoft.com/office/drawing/2014/main" id="{C4B2C5C2-15C1-40DB-A2B2-C6CBFA2BBA71}"/>
                </a:ext>
              </a:extLst>
            </p:cNvPr>
            <p:cNvSpPr/>
            <p:nvPr/>
          </p:nvSpPr>
          <p:spPr>
            <a:xfrm rot="10800000">
              <a:off x="12852966" y="-5814968"/>
              <a:ext cx="5377733" cy="532671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ardrop 5">
              <a:extLst>
                <a:ext uri="{FF2B5EF4-FFF2-40B4-BE49-F238E27FC236}">
                  <a16:creationId xmlns:a16="http://schemas.microsoft.com/office/drawing/2014/main" id="{B151440D-70B3-4DEE-A24D-59669D78E98A}"/>
                </a:ext>
              </a:extLst>
            </p:cNvPr>
            <p:cNvSpPr/>
            <p:nvPr/>
          </p:nvSpPr>
          <p:spPr>
            <a:xfrm rot="16200000">
              <a:off x="12829152" y="74635"/>
              <a:ext cx="4467225" cy="489203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6D9DF8-2248-441E-B9C8-3BF9D0C6C94C}"/>
              </a:ext>
            </a:extLst>
          </p:cNvPr>
          <p:cNvSpPr txBox="1"/>
          <p:nvPr/>
        </p:nvSpPr>
        <p:spPr>
          <a:xfrm>
            <a:off x="7145086" y="1143952"/>
            <a:ext cx="3749040" cy="2800767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  <a:scene3d>
            <a:camera prst="perspectiveBelow"/>
            <a:lightRig rig="threePt" dir="t"/>
          </a:scene3d>
        </p:spPr>
        <p:txBody>
          <a:bodyPr wrap="square" rtlCol="0">
            <a:spAutoFit/>
          </a:bodyPr>
          <a:lstStyle/>
          <a:p>
            <a:endParaRPr lang="en-US" sz="8800" dirty="0"/>
          </a:p>
          <a:p>
            <a:r>
              <a:rPr lang="en-US" sz="8800" dirty="0" err="1">
                <a:solidFill>
                  <a:schemeClr val="tx2">
                    <a:lumMod val="50000"/>
                  </a:schemeClr>
                </a:solidFill>
              </a:rPr>
              <a:t>Benifits</a:t>
            </a:r>
            <a:endParaRPr lang="en-US" sz="8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37A645-D153-4B54-9548-A6B85E16340C}"/>
              </a:ext>
            </a:extLst>
          </p:cNvPr>
          <p:cNvSpPr txBox="1"/>
          <p:nvPr/>
        </p:nvSpPr>
        <p:spPr>
          <a:xfrm>
            <a:off x="830156" y="1143952"/>
            <a:ext cx="57353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Main Advantages: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Version tracking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Easy collaboration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Backup on the cloud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Reusability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57039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31626-3D09-40D0-B3A1-6A0B5DE3F1F3}"/>
              </a:ext>
            </a:extLst>
          </p:cNvPr>
          <p:cNvGrpSpPr/>
          <p:nvPr/>
        </p:nvGrpSpPr>
        <p:grpSpPr>
          <a:xfrm rot="5400000">
            <a:off x="6241541" y="-4729485"/>
            <a:ext cx="11107110" cy="10418202"/>
            <a:chOff x="6791137" y="-5101169"/>
            <a:chExt cx="11107110" cy="10418202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B6FFFAF3-4BCF-4BC3-BE94-C5C4A994962D}"/>
                </a:ext>
              </a:extLst>
            </p:cNvPr>
            <p:cNvSpPr/>
            <p:nvPr/>
          </p:nvSpPr>
          <p:spPr>
            <a:xfrm>
              <a:off x="6935915" y="354399"/>
              <a:ext cx="4732021" cy="465920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0AD0FA47-E03A-4456-8B2F-95155D934596}"/>
                </a:ext>
              </a:extLst>
            </p:cNvPr>
            <p:cNvSpPr/>
            <p:nvPr/>
          </p:nvSpPr>
          <p:spPr>
            <a:xfrm rot="5400000">
              <a:off x="6972321" y="-5091364"/>
              <a:ext cx="4659209" cy="5021578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ardrop 4">
              <a:extLst>
                <a:ext uri="{FF2B5EF4-FFF2-40B4-BE49-F238E27FC236}">
                  <a16:creationId xmlns:a16="http://schemas.microsoft.com/office/drawing/2014/main" id="{C4B2C5C2-15C1-40DB-A2B2-C6CBFA2BBA71}"/>
                </a:ext>
              </a:extLst>
            </p:cNvPr>
            <p:cNvSpPr/>
            <p:nvPr/>
          </p:nvSpPr>
          <p:spPr>
            <a:xfrm rot="10800000">
              <a:off x="12517442" y="-5101169"/>
              <a:ext cx="4739640" cy="465921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ardrop 5">
              <a:extLst>
                <a:ext uri="{FF2B5EF4-FFF2-40B4-BE49-F238E27FC236}">
                  <a16:creationId xmlns:a16="http://schemas.microsoft.com/office/drawing/2014/main" id="{B151440D-70B3-4DEE-A24D-59669D78E98A}"/>
                </a:ext>
              </a:extLst>
            </p:cNvPr>
            <p:cNvSpPr/>
            <p:nvPr/>
          </p:nvSpPr>
          <p:spPr>
            <a:xfrm rot="16200000">
              <a:off x="12828356" y="247143"/>
              <a:ext cx="4866641" cy="527314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0BCF0A6-6300-4A75-8689-11CF007024C4}"/>
              </a:ext>
            </a:extLst>
          </p:cNvPr>
          <p:cNvSpPr txBox="1"/>
          <p:nvPr/>
        </p:nvSpPr>
        <p:spPr>
          <a:xfrm>
            <a:off x="7960585" y="1134443"/>
            <a:ext cx="2895600" cy="45243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>
                    <a:lumMod val="85000"/>
                  </a:schemeClr>
                </a:solidFill>
              </a:rPr>
              <a:t>Challenges and Mistakes we face while </a:t>
            </a:r>
            <a:r>
              <a:rPr lang="en-US" sz="4800" dirty="0" err="1">
                <a:solidFill>
                  <a:schemeClr val="bg1">
                    <a:lumMod val="85000"/>
                  </a:schemeClr>
                </a:solidFill>
              </a:rPr>
              <a:t>practising</a:t>
            </a:r>
            <a:endParaRPr lang="en-US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6FA8E7-F934-4191-A78C-AC3A23E50D26}"/>
              </a:ext>
            </a:extLst>
          </p:cNvPr>
          <p:cNvSpPr txBox="1"/>
          <p:nvPr/>
        </p:nvSpPr>
        <p:spPr>
          <a:xfrm>
            <a:off x="1150620" y="1166842"/>
            <a:ext cx="514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/>
              <a:t>Common Issues: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Merge conflicts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Forgetting to commit/push regularly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Mismanaging branches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Not writing clear commit messages</a:t>
            </a:r>
          </a:p>
        </p:txBody>
      </p:sp>
    </p:spTree>
    <p:extLst>
      <p:ext uri="{BB962C8B-B14F-4D97-AF65-F5344CB8AC3E}">
        <p14:creationId xmlns:p14="http://schemas.microsoft.com/office/powerpoint/2010/main" val="153456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31626-3D09-40D0-B3A1-6A0B5DE3F1F3}"/>
              </a:ext>
            </a:extLst>
          </p:cNvPr>
          <p:cNvGrpSpPr/>
          <p:nvPr/>
        </p:nvGrpSpPr>
        <p:grpSpPr>
          <a:xfrm>
            <a:off x="6503942" y="-4924200"/>
            <a:ext cx="10398575" cy="11128230"/>
            <a:chOff x="7401434" y="-3361221"/>
            <a:chExt cx="10398575" cy="11128230"/>
          </a:xfrm>
          <a:solidFill>
            <a:schemeClr val="accent1">
              <a:lumMod val="75000"/>
            </a:schemeClr>
          </a:solidFill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B6FFFAF3-4BCF-4BC3-BE94-C5C4A994962D}"/>
                </a:ext>
              </a:extLst>
            </p:cNvPr>
            <p:cNvSpPr/>
            <p:nvPr/>
          </p:nvSpPr>
          <p:spPr>
            <a:xfrm>
              <a:off x="7675751" y="2338540"/>
              <a:ext cx="4732021" cy="542846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0AD0FA47-E03A-4456-8B2F-95155D934596}"/>
                </a:ext>
              </a:extLst>
            </p:cNvPr>
            <p:cNvSpPr/>
            <p:nvPr/>
          </p:nvSpPr>
          <p:spPr>
            <a:xfrm rot="5400000">
              <a:off x="7582618" y="-3542404"/>
              <a:ext cx="4659209" cy="5021578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ardrop 4">
              <a:extLst>
                <a:ext uri="{FF2B5EF4-FFF2-40B4-BE49-F238E27FC236}">
                  <a16:creationId xmlns:a16="http://schemas.microsoft.com/office/drawing/2014/main" id="{C4B2C5C2-15C1-40DB-A2B2-C6CBFA2BBA71}"/>
                </a:ext>
              </a:extLst>
            </p:cNvPr>
            <p:cNvSpPr/>
            <p:nvPr/>
          </p:nvSpPr>
          <p:spPr>
            <a:xfrm rot="10800000">
              <a:off x="13060369" y="-3361221"/>
              <a:ext cx="4739640" cy="4659210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ardrop 5">
              <a:extLst>
                <a:ext uri="{FF2B5EF4-FFF2-40B4-BE49-F238E27FC236}">
                  <a16:creationId xmlns:a16="http://schemas.microsoft.com/office/drawing/2014/main" id="{B151440D-70B3-4DEE-A24D-59669D78E98A}"/>
                </a:ext>
              </a:extLst>
            </p:cNvPr>
            <p:cNvSpPr/>
            <p:nvPr/>
          </p:nvSpPr>
          <p:spPr>
            <a:xfrm rot="16200000">
              <a:off x="13120377" y="2126133"/>
              <a:ext cx="4467225" cy="4892039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2688E8-F3A6-4DFD-9E0A-836C8CACB201}"/>
              </a:ext>
            </a:extLst>
          </p:cNvPr>
          <p:cNvSpPr txBox="1"/>
          <p:nvPr/>
        </p:nvSpPr>
        <p:spPr>
          <a:xfrm>
            <a:off x="7284431" y="2756116"/>
            <a:ext cx="39471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5453ED-402D-498C-871F-1F9BD5F48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462" y="1430327"/>
            <a:ext cx="57454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helps manage project versions efficiently.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enables seamless collaboration.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regularly to master branching, merging, and resolving conflicts.</a:t>
            </a:r>
          </a:p>
        </p:txBody>
      </p:sp>
    </p:spTree>
    <p:extLst>
      <p:ext uri="{BB962C8B-B14F-4D97-AF65-F5344CB8AC3E}">
        <p14:creationId xmlns:p14="http://schemas.microsoft.com/office/powerpoint/2010/main" val="385797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780</TotalTime>
  <Words>846</Words>
  <Application>Microsoft Office PowerPoint</Application>
  <PresentationFormat>Widescreen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Rounded MT Bold</vt:lpstr>
      <vt:lpstr>Arial Unicode MS</vt:lpstr>
      <vt:lpstr>Bahnschrift Condensed</vt:lpstr>
      <vt:lpstr>Cambria</vt:lpstr>
      <vt:lpstr>Courier New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</dc:creator>
  <cp:lastModifiedBy>NAFISA ANZUM HRIDITA</cp:lastModifiedBy>
  <cp:revision>36</cp:revision>
  <dcterms:created xsi:type="dcterms:W3CDTF">2025-10-30T17:52:42Z</dcterms:created>
  <dcterms:modified xsi:type="dcterms:W3CDTF">2025-11-05T03:39:40Z</dcterms:modified>
</cp:coreProperties>
</file>